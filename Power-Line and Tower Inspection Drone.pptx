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6"/>
  </p:notesMasterIdLst>
  <p:sldIdLst>
    <p:sldId id="256" r:id="rId2"/>
    <p:sldId id="257" r:id="rId3"/>
    <p:sldId id="258" r:id="rId4"/>
    <p:sldId id="261" r:id="rId5"/>
    <p:sldId id="262" r:id="rId6"/>
    <p:sldId id="259" r:id="rId7"/>
    <p:sldId id="260" r:id="rId8"/>
    <p:sldId id="264" r:id="rId9"/>
    <p:sldId id="263" r:id="rId10"/>
    <p:sldId id="265" r:id="rId11"/>
    <p:sldId id="269" r:id="rId12"/>
    <p:sldId id="266" r:id="rId13"/>
    <p:sldId id="267" r:id="rId14"/>
    <p:sldId id="26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32" autoAdjust="0"/>
    <p:restoredTop sz="94583"/>
  </p:normalViewPr>
  <p:slideViewPr>
    <p:cSldViewPr snapToGrid="0">
      <p:cViewPr varScale="1">
        <p:scale>
          <a:sx n="112" d="100"/>
          <a:sy n="112" d="100"/>
        </p:scale>
        <p:origin x="552"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AFB7DF-2505-BC4E-9B31-6AFA950BFA35}" type="datetimeFigureOut">
              <a:rPr lang="en-US" smtClean="0"/>
              <a:t>10/11/26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94B803-6EE5-D946-A4D5-3F8A2D09AD5B}" type="slidenum">
              <a:rPr lang="en-US" smtClean="0"/>
              <a:t>‹#›</a:t>
            </a:fld>
            <a:endParaRPr lang="en-US"/>
          </a:p>
        </p:txBody>
      </p:sp>
    </p:spTree>
    <p:extLst>
      <p:ext uri="{BB962C8B-B14F-4D97-AF65-F5344CB8AC3E}">
        <p14:creationId xmlns:p14="http://schemas.microsoft.com/office/powerpoint/2010/main" val="27200609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94B803-6EE5-D946-A4D5-3F8A2D09AD5B}" type="slidenum">
              <a:rPr lang="en-US" smtClean="0"/>
              <a:t>8</a:t>
            </a:fld>
            <a:endParaRPr lang="en-US"/>
          </a:p>
        </p:txBody>
      </p:sp>
    </p:spTree>
    <p:extLst>
      <p:ext uri="{BB962C8B-B14F-4D97-AF65-F5344CB8AC3E}">
        <p14:creationId xmlns:p14="http://schemas.microsoft.com/office/powerpoint/2010/main" val="393641944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0" y="4939257"/>
            <a:ext cx="5898630" cy="480373"/>
          </a:xfrm>
        </p:spPr>
        <p:txBody>
          <a:bodyPr vert="horz" lIns="91440" tIns="45720" rIns="91440" bIns="45720" rtlCol="0" anchor="t">
            <a:normAutofit/>
          </a:bodyPr>
          <a:lstStyle>
            <a:lvl1pPr>
              <a:defRPr lang="en-US" dirty="0"/>
            </a:lvl1pPr>
          </a:lstStyle>
          <a:p>
            <a:pPr lvl="0"/>
            <a:r>
              <a:rPr lang="en-US"/>
              <a:t>Click to edit Master subtitle style</a:t>
            </a:r>
            <a:endParaRPr lang="en-US" dirty="0"/>
          </a:p>
        </p:txBody>
      </p:sp>
      <p:sp>
        <p:nvSpPr>
          <p:cNvPr id="6" name="Picture Placeholder 10">
            <a:extLst>
              <a:ext uri="{FF2B5EF4-FFF2-40B4-BE49-F238E27FC236}">
                <a16:creationId xmlns:a16="http://schemas.microsoft.com/office/drawing/2014/main" id="{C58F7861-05FC-CC70-0C94-F3BAE39E54EB}"/>
              </a:ext>
            </a:extLst>
          </p:cNvPr>
          <p:cNvSpPr>
            <a:spLocks noGrp="1"/>
          </p:cNvSpPr>
          <p:nvPr>
            <p:ph type="pic" sz="quarter" idx="13" hasCustomPrompt="1"/>
          </p:nvPr>
        </p:nvSpPr>
        <p:spPr>
          <a:xfrm>
            <a:off x="0" y="-1"/>
            <a:ext cx="12192000" cy="4784036"/>
          </a:xfrm>
          <a:blipFill>
            <a:blip r:embed="rId2">
              <a:alphaModFix amt="70000"/>
            </a:blip>
            <a:stretch>
              <a:fillRect/>
            </a:stretch>
          </a:blipFill>
        </p:spPr>
        <p:txBody>
          <a:bodyPr/>
          <a:lstStyle>
            <a:lvl1pPr>
              <a:defRPr/>
            </a:lvl1pPr>
          </a:lstStyle>
          <a:p>
            <a:r>
              <a:rPr lang="en-US" dirty="0"/>
              <a:t> </a:t>
            </a:r>
          </a:p>
        </p:txBody>
      </p:sp>
      <p:sp>
        <p:nvSpPr>
          <p:cNvPr id="5" name="Footer Placeholder 4">
            <a:extLst>
              <a:ext uri="{FF2B5EF4-FFF2-40B4-BE49-F238E27FC236}">
                <a16:creationId xmlns:a16="http://schemas.microsoft.com/office/drawing/2014/main" id="{FDEC7B0B-C375-9D64-1424-3B07B71AF1FE}"/>
              </a:ext>
            </a:extLst>
          </p:cNvPr>
          <p:cNvSpPr>
            <a:spLocks noGrp="1"/>
          </p:cNvSpPr>
          <p:nvPr>
            <p:ph type="ftr" sz="quarter" idx="15"/>
          </p:nvPr>
        </p:nvSpPr>
        <p:spPr>
          <a:xfrm>
            <a:off x="6205927" y="4939715"/>
            <a:ext cx="4420031" cy="479458"/>
          </a:xfrm>
        </p:spPr>
        <p:txBody>
          <a:bodyPr anchor="t"/>
          <a:lstStyle>
            <a:lvl1pPr>
              <a:defRPr sz="1400"/>
            </a:lvl1pPr>
          </a:lstStyle>
          <a:p>
            <a:endParaRPr lang="en-IN"/>
          </a:p>
        </p:txBody>
      </p:sp>
      <p:sp>
        <p:nvSpPr>
          <p:cNvPr id="8" name="Slide Number Placeholder 7">
            <a:extLst>
              <a:ext uri="{FF2B5EF4-FFF2-40B4-BE49-F238E27FC236}">
                <a16:creationId xmlns:a16="http://schemas.microsoft.com/office/drawing/2014/main" id="{A9117021-C08A-0E4F-5F64-FC1A870E4815}"/>
              </a:ext>
            </a:extLst>
          </p:cNvPr>
          <p:cNvSpPr>
            <a:spLocks noGrp="1"/>
          </p:cNvSpPr>
          <p:nvPr>
            <p:ph type="sldNum" sz="quarter" idx="16"/>
          </p:nvPr>
        </p:nvSpPr>
        <p:spPr>
          <a:xfrm>
            <a:off x="11762792" y="4939257"/>
            <a:ext cx="429207" cy="365125"/>
          </a:xfrm>
        </p:spPr>
        <p:txBody>
          <a:bodyPr/>
          <a:lstStyle/>
          <a:p>
            <a:fld id="{CD9F69EF-EA9E-43DD-B5BF-8C99E9B3930B}" type="slidenum">
              <a:rPr lang="en-IN" smtClean="0"/>
              <a:t>‹#›</a:t>
            </a:fld>
            <a:endParaRPr lang="en-IN"/>
          </a:p>
        </p:txBody>
      </p:sp>
      <p:pic>
        <p:nvPicPr>
          <p:cNvPr id="12" name="Graphic 11">
            <a:extLst>
              <a:ext uri="{FF2B5EF4-FFF2-40B4-BE49-F238E27FC236}">
                <a16:creationId xmlns:a16="http://schemas.microsoft.com/office/drawing/2014/main" id="{9001D668-DD9C-F5B4-B191-51BDD0B308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103035" y="5873424"/>
            <a:ext cx="1005840" cy="1005840"/>
          </a:xfrm>
          <a:prstGeom prst="rect">
            <a:avLst/>
          </a:prstGeom>
        </p:spPr>
      </p:pic>
      <p:sp>
        <p:nvSpPr>
          <p:cNvPr id="4" name="Title 3">
            <a:extLst>
              <a:ext uri="{FF2B5EF4-FFF2-40B4-BE49-F238E27FC236}">
                <a16:creationId xmlns:a16="http://schemas.microsoft.com/office/drawing/2014/main" id="{009A08CF-24F0-EC7D-277D-CB831E7E7930}"/>
              </a:ext>
            </a:extLst>
          </p:cNvPr>
          <p:cNvSpPr>
            <a:spLocks noGrp="1"/>
          </p:cNvSpPr>
          <p:nvPr>
            <p:ph type="title"/>
          </p:nvPr>
        </p:nvSpPr>
        <p:spPr>
          <a:xfrm>
            <a:off x="-19847" y="5718869"/>
            <a:ext cx="5916168" cy="1143000"/>
          </a:xfrm>
        </p:spPr>
        <p:txBody>
          <a:bodyPr anchor="b">
            <a:normAutofit/>
          </a:bodyPr>
          <a:lstStyle>
            <a:lvl1pPr>
              <a:lnSpc>
                <a:spcPct val="60000"/>
              </a:lnSpc>
              <a:defRPr sz="5200"/>
            </a:lvl1pPr>
          </a:lstStyle>
          <a:p>
            <a:r>
              <a:rPr lang="en-US"/>
              <a:t>Click to edit Master title style</a:t>
            </a:r>
            <a:endParaRPr lang="en-US" dirty="0"/>
          </a:p>
        </p:txBody>
      </p:sp>
    </p:spTree>
    <p:extLst>
      <p:ext uri="{BB962C8B-B14F-4D97-AF65-F5344CB8AC3E}">
        <p14:creationId xmlns:p14="http://schemas.microsoft.com/office/powerpoint/2010/main" val="143995069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406F310-2B8D-3C32-560C-686817E6B487}"/>
              </a:ext>
            </a:extLst>
          </p:cNvPr>
          <p:cNvSpPr>
            <a:spLocks noGrp="1"/>
          </p:cNvSpPr>
          <p:nvPr>
            <p:ph type="title"/>
          </p:nvPr>
        </p:nvSpPr>
        <p:spPr>
          <a:xfrm>
            <a:off x="516249" y="1012175"/>
            <a:ext cx="11113008" cy="849793"/>
          </a:xfrm>
        </p:spPr>
        <p:txBody>
          <a:bodyPr/>
          <a:lstStyle/>
          <a:p>
            <a:r>
              <a:rPr lang="en-US"/>
              <a:t>Click to edit Master title style</a:t>
            </a:r>
            <a:endParaRPr lang="en-US" dirty="0"/>
          </a:p>
        </p:txBody>
      </p:sp>
      <p:sp>
        <p:nvSpPr>
          <p:cNvPr id="7" name="Footer Placeholder 6">
            <a:extLst>
              <a:ext uri="{FF2B5EF4-FFF2-40B4-BE49-F238E27FC236}">
                <a16:creationId xmlns:a16="http://schemas.microsoft.com/office/drawing/2014/main" id="{64FD1A6D-2D8E-1FD1-C1AC-CB5E9D5A15CD}"/>
              </a:ext>
            </a:extLst>
          </p:cNvPr>
          <p:cNvSpPr>
            <a:spLocks noGrp="1"/>
          </p:cNvSpPr>
          <p:nvPr>
            <p:ph type="ftr" sz="quarter" idx="11"/>
          </p:nvPr>
        </p:nvSpPr>
        <p:spPr>
          <a:xfrm>
            <a:off x="542375" y="110364"/>
            <a:ext cx="5276852" cy="365125"/>
          </a:xfrm>
        </p:spPr>
        <p:txBody>
          <a:bodyPr/>
          <a:lstStyle/>
          <a:p>
            <a:endParaRPr lang="en-IN"/>
          </a:p>
        </p:txBody>
      </p:sp>
      <p:sp>
        <p:nvSpPr>
          <p:cNvPr id="2" name="Date Placeholder 1">
            <a:extLst>
              <a:ext uri="{FF2B5EF4-FFF2-40B4-BE49-F238E27FC236}">
                <a16:creationId xmlns:a16="http://schemas.microsoft.com/office/drawing/2014/main" id="{1FADE430-EE65-B675-F031-7651DE9D69AC}"/>
              </a:ext>
            </a:extLst>
          </p:cNvPr>
          <p:cNvSpPr>
            <a:spLocks noGrp="1"/>
          </p:cNvSpPr>
          <p:nvPr>
            <p:ph type="dt" sz="half" idx="10"/>
          </p:nvPr>
        </p:nvSpPr>
        <p:spPr/>
        <p:txBody>
          <a:bodyPr/>
          <a:lstStyle/>
          <a:p>
            <a:fld id="{7DF64D8B-4A8F-4610-A42C-2E4B99CCA041}" type="datetimeFigureOut">
              <a:rPr lang="en-IN" smtClean="0"/>
              <a:t>11/10/26</a:t>
            </a:fld>
            <a:endParaRPr lang="en-IN"/>
          </a:p>
        </p:txBody>
      </p:sp>
      <p:sp>
        <p:nvSpPr>
          <p:cNvPr id="9" name="Slide Number Placeholder 8">
            <a:extLst>
              <a:ext uri="{FF2B5EF4-FFF2-40B4-BE49-F238E27FC236}">
                <a16:creationId xmlns:a16="http://schemas.microsoft.com/office/drawing/2014/main" id="{27305BC9-1670-00D4-5A66-F52444DA9C94}"/>
              </a:ext>
            </a:extLst>
          </p:cNvPr>
          <p:cNvSpPr>
            <a:spLocks noGrp="1"/>
          </p:cNvSpPr>
          <p:nvPr>
            <p:ph type="sldNum" sz="quarter" idx="12"/>
          </p:nvPr>
        </p:nvSpPr>
        <p:spPr>
          <a:xfrm>
            <a:off x="11123959" y="104649"/>
            <a:ext cx="429207" cy="365125"/>
          </a:xfrm>
        </p:spPr>
        <p:txBody>
          <a:bodyPr/>
          <a:lstStyle/>
          <a:p>
            <a:fld id="{CD9F69EF-EA9E-43DD-B5BF-8C99E9B3930B}" type="slidenum">
              <a:rPr lang="en-IN" smtClean="0"/>
              <a:t>‹#›</a:t>
            </a:fld>
            <a:endParaRPr lang="en-IN"/>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539496" y="2115542"/>
            <a:ext cx="11013670" cy="44515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9669366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0" y="5457214"/>
            <a:ext cx="4206240" cy="1380744"/>
          </a:xfrm>
        </p:spPr>
        <p:txBody>
          <a:bodyPr vert="horz" lIns="91440" tIns="45720" rIns="91440" bIns="45720" rtlCol="0" anchor="b">
            <a:normAutofit/>
          </a:bodyPr>
          <a:lstStyle>
            <a:lvl1pPr>
              <a:defRPr lang="en-US"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6096000" y="0"/>
            <a:ext cx="6096000" cy="6858000"/>
          </a:xfrm>
          <a:blipFill>
            <a:blip r:embed="rId2">
              <a:alphaModFix amt="70000"/>
            </a:blip>
            <a:stretch>
              <a:fillRect/>
            </a:stretch>
          </a:blipFill>
        </p:spPr>
        <p:txBody>
          <a:bodyPr/>
          <a:lstStyle>
            <a:lvl1pPr>
              <a:defRPr/>
            </a:lvl1pPr>
          </a:lstStyle>
          <a:p>
            <a:r>
              <a:rPr lang="en-US" dirty="0"/>
              <a:t> </a:t>
            </a:r>
          </a:p>
        </p:txBody>
      </p:sp>
      <p:sp>
        <p:nvSpPr>
          <p:cNvPr id="4" name="Title 3">
            <a:extLst>
              <a:ext uri="{FF2B5EF4-FFF2-40B4-BE49-F238E27FC236}">
                <a16:creationId xmlns:a16="http://schemas.microsoft.com/office/drawing/2014/main" id="{E9134185-2980-312E-60AF-F360D16FB9EB}"/>
              </a:ext>
            </a:extLst>
          </p:cNvPr>
          <p:cNvSpPr>
            <a:spLocks noGrp="1"/>
          </p:cNvSpPr>
          <p:nvPr>
            <p:ph type="title"/>
          </p:nvPr>
        </p:nvSpPr>
        <p:spPr>
          <a:xfrm>
            <a:off x="-18288" y="81290"/>
            <a:ext cx="4654296" cy="3739896"/>
          </a:xfrm>
        </p:spPr>
        <p:txBody>
          <a:bodyPr/>
          <a:lstStyle/>
          <a:p>
            <a:r>
              <a:rPr lang="en-US"/>
              <a:t>Click to edit Master title style</a:t>
            </a:r>
            <a:endParaRPr lang="en-US" dirty="0"/>
          </a:p>
        </p:txBody>
      </p:sp>
    </p:spTree>
    <p:extLst>
      <p:ext uri="{BB962C8B-B14F-4D97-AF65-F5344CB8AC3E}">
        <p14:creationId xmlns:p14="http://schemas.microsoft.com/office/powerpoint/2010/main" val="211439280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 y="6174463"/>
            <a:ext cx="5891134" cy="654839"/>
          </a:xfrm>
        </p:spPr>
        <p:txBody>
          <a:bodyPr vert="horz" lIns="91440" tIns="45720" rIns="91440" bIns="45720" rtlCol="0" anchor="b">
            <a:normAutofit/>
          </a:bodyPr>
          <a:lstStyle>
            <a:lvl1pPr>
              <a:defRPr lang="en-US" dirty="0"/>
            </a:lvl1pPr>
          </a:lstStyle>
          <a:p>
            <a:pPr lvl="0"/>
            <a:r>
              <a:rPr lang="en-US"/>
              <a:t>Click to edit Master subtitle style</a:t>
            </a:r>
            <a:endParaRPr lang="en-US" dirty="0"/>
          </a:p>
        </p:txBody>
      </p:sp>
      <p:pic>
        <p:nvPicPr>
          <p:cNvPr id="7" name="Graphic 6">
            <a:extLst>
              <a:ext uri="{FF2B5EF4-FFF2-40B4-BE49-F238E27FC236}">
                <a16:creationId xmlns:a16="http://schemas.microsoft.com/office/drawing/2014/main" id="{D29E0058-93A2-5291-6ACA-A0430862664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03035" y="5873424"/>
            <a:ext cx="1005840" cy="1005840"/>
          </a:xfrm>
          <a:prstGeom prst="rect">
            <a:avLst/>
          </a:prstGeom>
        </p:spPr>
      </p:pic>
      <p:sp>
        <p:nvSpPr>
          <p:cNvPr id="5" name="Footer Placeholder 4">
            <a:extLst>
              <a:ext uri="{FF2B5EF4-FFF2-40B4-BE49-F238E27FC236}">
                <a16:creationId xmlns:a16="http://schemas.microsoft.com/office/drawing/2014/main" id="{AA3F14EE-EFB3-D2DC-CEAA-621D66627158}"/>
              </a:ext>
            </a:extLst>
          </p:cNvPr>
          <p:cNvSpPr>
            <a:spLocks noGrp="1"/>
          </p:cNvSpPr>
          <p:nvPr>
            <p:ph type="ftr" sz="quarter" idx="11"/>
          </p:nvPr>
        </p:nvSpPr>
        <p:spPr/>
        <p:txBody>
          <a:bodyPr/>
          <a:lstStyle/>
          <a:p>
            <a:endParaRPr lang="en-IN"/>
          </a:p>
        </p:txBody>
      </p:sp>
      <p:sp>
        <p:nvSpPr>
          <p:cNvPr id="4" name="Date Placeholder 3">
            <a:extLst>
              <a:ext uri="{FF2B5EF4-FFF2-40B4-BE49-F238E27FC236}">
                <a16:creationId xmlns:a16="http://schemas.microsoft.com/office/drawing/2014/main" id="{7D33E0DC-DE5C-286F-36BD-6985F4A6C3DB}"/>
              </a:ext>
            </a:extLst>
          </p:cNvPr>
          <p:cNvSpPr>
            <a:spLocks noGrp="1"/>
          </p:cNvSpPr>
          <p:nvPr>
            <p:ph type="dt" sz="half" idx="10"/>
          </p:nvPr>
        </p:nvSpPr>
        <p:spPr/>
        <p:txBody>
          <a:bodyPr/>
          <a:lstStyle/>
          <a:p>
            <a:fld id="{7DF64D8B-4A8F-4610-A42C-2E4B99CCA041}" type="datetimeFigureOut">
              <a:rPr lang="en-IN" smtClean="0"/>
              <a:t>11/10/26</a:t>
            </a:fld>
            <a:endParaRPr lang="en-IN"/>
          </a:p>
        </p:txBody>
      </p:sp>
      <p:sp>
        <p:nvSpPr>
          <p:cNvPr id="10" name="Slide Number Placeholder 9">
            <a:extLst>
              <a:ext uri="{FF2B5EF4-FFF2-40B4-BE49-F238E27FC236}">
                <a16:creationId xmlns:a16="http://schemas.microsoft.com/office/drawing/2014/main" id="{1207AF81-9CDB-689F-CE00-62257104ECAA}"/>
              </a:ext>
            </a:extLst>
          </p:cNvPr>
          <p:cNvSpPr>
            <a:spLocks noGrp="1"/>
          </p:cNvSpPr>
          <p:nvPr>
            <p:ph type="sldNum" sz="quarter" idx="12"/>
          </p:nvPr>
        </p:nvSpPr>
        <p:spPr/>
        <p:txBody>
          <a:bodyPr/>
          <a:lstStyle/>
          <a:p>
            <a:fld id="{CD9F69EF-EA9E-43DD-B5BF-8C99E9B3930B}" type="slidenum">
              <a:rPr lang="en-IN" smtClean="0"/>
              <a:t>‹#›</a:t>
            </a:fld>
            <a:endParaRPr lang="en-IN"/>
          </a:p>
        </p:txBody>
      </p:sp>
      <p:sp>
        <p:nvSpPr>
          <p:cNvPr id="6" name="Title 5">
            <a:extLst>
              <a:ext uri="{FF2B5EF4-FFF2-40B4-BE49-F238E27FC236}">
                <a16:creationId xmlns:a16="http://schemas.microsoft.com/office/drawing/2014/main" id="{570B1373-40A5-190F-BE9F-8FC310F7B0D2}"/>
              </a:ext>
            </a:extLst>
          </p:cNvPr>
          <p:cNvSpPr>
            <a:spLocks noGrp="1"/>
          </p:cNvSpPr>
          <p:nvPr>
            <p:ph type="title"/>
          </p:nvPr>
        </p:nvSpPr>
        <p:spPr>
          <a:xfrm>
            <a:off x="-18288" y="2159632"/>
            <a:ext cx="9683496" cy="3776472"/>
          </a:xfrm>
        </p:spPr>
        <p:txBody>
          <a:bodyPr anchor="b"/>
          <a:lstStyle/>
          <a:p>
            <a:r>
              <a:rPr lang="en-US"/>
              <a:t>Click to edit Master title style</a:t>
            </a:r>
          </a:p>
        </p:txBody>
      </p:sp>
    </p:spTree>
    <p:extLst>
      <p:ext uri="{BB962C8B-B14F-4D97-AF65-F5344CB8AC3E}">
        <p14:creationId xmlns:p14="http://schemas.microsoft.com/office/powerpoint/2010/main" val="14528832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54E7A70C-B49B-5779-BA11-88AE4939E04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377355" y="83125"/>
            <a:ext cx="731520" cy="731520"/>
          </a:xfrm>
          <a:prstGeom prst="rect">
            <a:avLst/>
          </a:prstGeom>
        </p:spPr>
      </p:pic>
      <p:sp>
        <p:nvSpPr>
          <p:cNvPr id="3" name="Title 2">
            <a:extLst>
              <a:ext uri="{FF2B5EF4-FFF2-40B4-BE49-F238E27FC236}">
                <a16:creationId xmlns:a16="http://schemas.microsoft.com/office/drawing/2014/main" id="{68197F50-0DC4-261A-813C-264E7361D716}"/>
              </a:ext>
            </a:extLst>
          </p:cNvPr>
          <p:cNvSpPr>
            <a:spLocks noGrp="1"/>
          </p:cNvSpPr>
          <p:nvPr>
            <p:ph type="title"/>
          </p:nvPr>
        </p:nvSpPr>
        <p:spPr>
          <a:xfrm>
            <a:off x="-18288" y="2184032"/>
            <a:ext cx="8074152" cy="4718304"/>
          </a:xfrm>
        </p:spPr>
        <p:txBody>
          <a:bodyPr anchor="b"/>
          <a:lstStyle/>
          <a:p>
            <a:r>
              <a:rPr lang="en-US"/>
              <a:t>Click to edit Master title style</a:t>
            </a:r>
            <a:endParaRPr lang="en-US" dirty="0"/>
          </a:p>
        </p:txBody>
      </p:sp>
    </p:spTree>
    <p:extLst>
      <p:ext uri="{BB962C8B-B14F-4D97-AF65-F5344CB8AC3E}">
        <p14:creationId xmlns:p14="http://schemas.microsoft.com/office/powerpoint/2010/main" val="152700388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8288" y="82296"/>
            <a:ext cx="8139659" cy="1554480"/>
          </a:xfrm>
        </p:spPr>
        <p:txBody>
          <a:bodyPr anchor="t">
            <a:normAutofit/>
          </a:bodyPr>
          <a:lstStyle>
            <a:lvl1pPr>
              <a:defRPr sz="56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 y="1896472"/>
            <a:ext cx="8139660" cy="3557904"/>
          </a:xfrm>
        </p:spPr>
        <p:txBody>
          <a:bodyPr>
            <a:normAutofit/>
          </a:bodyPr>
          <a:lstStyle>
            <a:lvl1pPr marL="342900" indent="-342900">
              <a:buFont typeface="+mj-lt"/>
              <a:buAutoNum type="arabicPeriod"/>
              <a:defRPr sz="1400"/>
            </a:lvl1pPr>
            <a:lvl2pPr marL="571500" indent="-342900">
              <a:buFont typeface="+mj-lt"/>
              <a:buAutoNum type="arabicPeriod"/>
              <a:defRPr sz="14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Oval 7">
            <a:extLst>
              <a:ext uri="{FF2B5EF4-FFF2-40B4-BE49-F238E27FC236}">
                <a16:creationId xmlns:a16="http://schemas.microsoft.com/office/drawing/2014/main" id="{175C8E38-E957-9E3C-9A05-717C0F009AB9}"/>
              </a:ext>
            </a:extLst>
          </p:cNvPr>
          <p:cNvSpPr/>
          <p:nvPr/>
        </p:nvSpPr>
        <p:spPr>
          <a:xfrm>
            <a:off x="8552512" y="3218512"/>
            <a:ext cx="3557904" cy="3557904"/>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5">
            <a:extLst>
              <a:ext uri="{FF2B5EF4-FFF2-40B4-BE49-F238E27FC236}">
                <a16:creationId xmlns:a16="http://schemas.microsoft.com/office/drawing/2014/main" id="{01E193C2-09EC-BB41-5A34-007D34EB8B49}"/>
              </a:ext>
            </a:extLst>
          </p:cNvPr>
          <p:cNvSpPr>
            <a:spLocks noGrp="1"/>
          </p:cNvSpPr>
          <p:nvPr>
            <p:ph type="sldNum" sz="quarter" idx="12"/>
          </p:nvPr>
        </p:nvSpPr>
        <p:spPr>
          <a:xfrm>
            <a:off x="11762793" y="100701"/>
            <a:ext cx="429207" cy="365125"/>
          </a:xfrm>
        </p:spPr>
        <p:txBody>
          <a:bodyPr/>
          <a:lstStyle/>
          <a:p>
            <a:fld id="{CD9F69EF-EA9E-43DD-B5BF-8C99E9B3930B}" type="slidenum">
              <a:rPr lang="en-IN" smtClean="0"/>
              <a:t>‹#›</a:t>
            </a:fld>
            <a:endParaRPr lang="en-IN"/>
          </a:p>
        </p:txBody>
      </p:sp>
    </p:spTree>
    <p:extLst>
      <p:ext uri="{BB962C8B-B14F-4D97-AF65-F5344CB8AC3E}">
        <p14:creationId xmlns:p14="http://schemas.microsoft.com/office/powerpoint/2010/main" val="9567629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166396" y="621792"/>
            <a:ext cx="5386715" cy="1816898"/>
          </a:xfrm>
        </p:spPr>
        <p:txBody>
          <a:bodyPr anchor="t">
            <a:noAutofit/>
          </a:bodyPr>
          <a:lstStyle>
            <a:lvl1pPr>
              <a:defRPr sz="5600"/>
            </a:lvl1pPr>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9AC20259-235D-F9C3-3788-C1457976F5AC}"/>
              </a:ext>
            </a:extLst>
          </p:cNvPr>
          <p:cNvSpPr>
            <a:spLocks noGrp="1"/>
          </p:cNvSpPr>
          <p:nvPr>
            <p:ph type="pic" sz="quarter" idx="14" hasCustomPrompt="1"/>
          </p:nvPr>
        </p:nvSpPr>
        <p:spPr>
          <a:xfrm>
            <a:off x="0" y="0"/>
            <a:ext cx="5906642" cy="6858000"/>
          </a:xfrm>
          <a:blipFill>
            <a:blip r:embed="rId2">
              <a:alphaModFix amt="70000"/>
            </a:blip>
            <a:stretch>
              <a:fillRect/>
            </a:stretch>
          </a:blipFill>
        </p:spPr>
        <p:txBody>
          <a:bodyPr/>
          <a:lstStyle>
            <a:lvl1pPr>
              <a:defRPr/>
            </a:lvl1pPr>
          </a:lstStyle>
          <a:p>
            <a:r>
              <a:rPr lang="en-US" dirty="0"/>
              <a:t> </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6190488" y="110364"/>
            <a:ext cx="5349239" cy="365125"/>
          </a:xfrm>
        </p:spPr>
        <p:txBody>
          <a:bodyPr/>
          <a:lstStyle/>
          <a:p>
            <a:endParaRPr lang="en-IN"/>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762793" y="110364"/>
            <a:ext cx="429207" cy="365125"/>
          </a:xfrm>
        </p:spPr>
        <p:txBody>
          <a:bodyPr/>
          <a:lstStyle/>
          <a:p>
            <a:fld id="{CD9F69EF-EA9E-43DD-B5BF-8C99E9B3930B}" type="slidenum">
              <a:rPr lang="en-IN" smtClean="0"/>
              <a:t>‹#›</a:t>
            </a:fld>
            <a:endParaRPr lang="en-IN"/>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90488" y="2740228"/>
            <a:ext cx="5906642" cy="4096512"/>
          </a:xfrm>
        </p:spPr>
        <p:txBody>
          <a:bodyPr anchor="b">
            <a:normAutofit/>
          </a:bodyPr>
          <a:lstStyle>
            <a:lvl1pPr marL="342900" indent="-342900">
              <a:buFont typeface="+mj-lt"/>
              <a:buAutoNum type="arabicPeriod"/>
              <a:defRPr sz="1400"/>
            </a:lvl1pPr>
            <a:lvl2pPr marL="571500" indent="-342900">
              <a:buFont typeface="+mj-lt"/>
              <a:buAutoNum type="arabicPeriod"/>
              <a:defRPr sz="14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7691488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0178B15-836F-D50E-D616-40C9373248FF}"/>
              </a:ext>
            </a:extLst>
          </p:cNvPr>
          <p:cNvSpPr>
            <a:spLocks noGrp="1"/>
          </p:cNvSpPr>
          <p:nvPr>
            <p:ph type="title"/>
          </p:nvPr>
        </p:nvSpPr>
        <p:spPr>
          <a:xfrm>
            <a:off x="539645" y="987552"/>
            <a:ext cx="5366480" cy="4044508"/>
          </a:xfrm>
        </p:spPr>
        <p:txBody>
          <a:bodyPr>
            <a:normAutofit/>
          </a:bodyPr>
          <a:lstStyle>
            <a:lvl1pPr>
              <a:defRPr sz="5600"/>
            </a:lvl1pPr>
          </a:lstStyle>
          <a:p>
            <a:r>
              <a:rPr lang="en-US"/>
              <a:t>Click to edit Master title style</a:t>
            </a:r>
            <a:endParaRPr lang="en-US" dirty="0"/>
          </a:p>
        </p:txBody>
      </p:sp>
      <p:sp>
        <p:nvSpPr>
          <p:cNvPr id="3" name="Footer Placeholder 4">
            <a:extLst>
              <a:ext uri="{FF2B5EF4-FFF2-40B4-BE49-F238E27FC236}">
                <a16:creationId xmlns:a16="http://schemas.microsoft.com/office/drawing/2014/main" id="{83A196D4-110B-6911-7AF5-9149D3FFF8BC}"/>
              </a:ext>
            </a:extLst>
          </p:cNvPr>
          <p:cNvSpPr>
            <a:spLocks noGrp="1"/>
          </p:cNvSpPr>
          <p:nvPr>
            <p:ph type="ftr" sz="quarter" idx="11"/>
          </p:nvPr>
        </p:nvSpPr>
        <p:spPr>
          <a:xfrm>
            <a:off x="532150" y="100701"/>
            <a:ext cx="5366480" cy="365125"/>
          </a:xfrm>
        </p:spPr>
        <p:txBody>
          <a:bodyPr/>
          <a:lstStyle/>
          <a:p>
            <a:endParaRPr lang="en-IN"/>
          </a:p>
        </p:txBody>
      </p:sp>
      <p:sp>
        <p:nvSpPr>
          <p:cNvPr id="2" name="Date Placeholder 3">
            <a:extLst>
              <a:ext uri="{FF2B5EF4-FFF2-40B4-BE49-F238E27FC236}">
                <a16:creationId xmlns:a16="http://schemas.microsoft.com/office/drawing/2014/main" id="{A8D9253F-93F3-9EB9-BFA6-49C9461DE0DB}"/>
              </a:ext>
            </a:extLst>
          </p:cNvPr>
          <p:cNvSpPr>
            <a:spLocks noGrp="1"/>
          </p:cNvSpPr>
          <p:nvPr>
            <p:ph type="dt" sz="half" idx="10"/>
          </p:nvPr>
        </p:nvSpPr>
        <p:spPr>
          <a:xfrm>
            <a:off x="6190488" y="100701"/>
            <a:ext cx="2940449" cy="365125"/>
          </a:xfrm>
        </p:spPr>
        <p:txBody>
          <a:bodyPr/>
          <a:lstStyle/>
          <a:p>
            <a:fld id="{7DF64D8B-4A8F-4610-A42C-2E4B99CCA041}" type="datetimeFigureOut">
              <a:rPr lang="en-IN" smtClean="0"/>
              <a:t>11/10/26</a:t>
            </a:fld>
            <a:endParaRPr lang="en-IN"/>
          </a:p>
        </p:txBody>
      </p:sp>
      <p:sp>
        <p:nvSpPr>
          <p:cNvPr id="9" name="Slide Number Placeholder 5">
            <a:extLst>
              <a:ext uri="{FF2B5EF4-FFF2-40B4-BE49-F238E27FC236}">
                <a16:creationId xmlns:a16="http://schemas.microsoft.com/office/drawing/2014/main" id="{B94C6C96-D651-5D6B-830B-07E5A35424C7}"/>
              </a:ext>
            </a:extLst>
          </p:cNvPr>
          <p:cNvSpPr>
            <a:spLocks noGrp="1"/>
          </p:cNvSpPr>
          <p:nvPr>
            <p:ph type="sldNum" sz="quarter" idx="12"/>
          </p:nvPr>
        </p:nvSpPr>
        <p:spPr>
          <a:xfrm>
            <a:off x="11105731" y="100701"/>
            <a:ext cx="429207" cy="365125"/>
          </a:xfrm>
        </p:spPr>
        <p:txBody>
          <a:bodyPr/>
          <a:lstStyle/>
          <a:p>
            <a:fld id="{CD9F69EF-EA9E-43DD-B5BF-8C99E9B3930B}" type="slidenum">
              <a:rPr lang="en-IN" smtClean="0"/>
              <a:t>‹#›</a:t>
            </a:fld>
            <a:endParaRPr lang="en-IN"/>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6190488" y="969264"/>
            <a:ext cx="5336753" cy="4818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150663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9496" y="988979"/>
            <a:ext cx="3462878" cy="2942419"/>
          </a:xfrm>
        </p:spPr>
        <p:txBody>
          <a:bodyPr>
            <a:normAutofit/>
          </a:bodyPr>
          <a:lstStyle>
            <a:lvl1pPr>
              <a:defRPr sz="5600"/>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37A9910B-18FC-4A92-025A-A88AC7CD6B13}"/>
              </a:ext>
            </a:extLst>
          </p:cNvPr>
          <p:cNvSpPr>
            <a:spLocks noGrp="1"/>
          </p:cNvSpPr>
          <p:nvPr>
            <p:ph type="ftr" sz="quarter" idx="11"/>
          </p:nvPr>
        </p:nvSpPr>
        <p:spPr>
          <a:xfrm>
            <a:off x="532150" y="100701"/>
            <a:ext cx="3470224" cy="365125"/>
          </a:xfrm>
        </p:spPr>
        <p:txBody>
          <a:bodyPr/>
          <a:lstStyle/>
          <a:p>
            <a:endParaRPr lang="en-IN"/>
          </a:p>
        </p:txBody>
      </p:sp>
      <p:sp>
        <p:nvSpPr>
          <p:cNvPr id="4" name="Date Placeholder 3">
            <a:extLst>
              <a:ext uri="{FF2B5EF4-FFF2-40B4-BE49-F238E27FC236}">
                <a16:creationId xmlns:a16="http://schemas.microsoft.com/office/drawing/2014/main" id="{10752728-D41A-655E-871F-F76147E0E991}"/>
              </a:ext>
            </a:extLst>
          </p:cNvPr>
          <p:cNvSpPr>
            <a:spLocks noGrp="1"/>
          </p:cNvSpPr>
          <p:nvPr>
            <p:ph type="dt" sz="half" idx="10"/>
          </p:nvPr>
        </p:nvSpPr>
        <p:spPr>
          <a:xfrm>
            <a:off x="4317167" y="100701"/>
            <a:ext cx="2940449" cy="365125"/>
          </a:xfrm>
        </p:spPr>
        <p:txBody>
          <a:bodyPr/>
          <a:lstStyle/>
          <a:p>
            <a:fld id="{7DF64D8B-4A8F-4610-A42C-2E4B99CCA041}" type="datetimeFigureOut">
              <a:rPr lang="en-IN" smtClean="0"/>
              <a:t>11/10/26</a:t>
            </a:fld>
            <a:endParaRPr lang="en-IN"/>
          </a:p>
        </p:txBody>
      </p:sp>
      <p:sp>
        <p:nvSpPr>
          <p:cNvPr id="9" name="Slide Number Placeholder 5">
            <a:extLst>
              <a:ext uri="{FF2B5EF4-FFF2-40B4-BE49-F238E27FC236}">
                <a16:creationId xmlns:a16="http://schemas.microsoft.com/office/drawing/2014/main" id="{EE07CC96-728B-298D-B2D6-54C4E9F0E9CA}"/>
              </a:ext>
            </a:extLst>
          </p:cNvPr>
          <p:cNvSpPr>
            <a:spLocks noGrp="1"/>
          </p:cNvSpPr>
          <p:nvPr>
            <p:ph type="sldNum" sz="quarter" idx="12"/>
          </p:nvPr>
        </p:nvSpPr>
        <p:spPr>
          <a:xfrm>
            <a:off x="11105731" y="100701"/>
            <a:ext cx="429207" cy="365125"/>
          </a:xfrm>
        </p:spPr>
        <p:txBody>
          <a:bodyPr/>
          <a:lstStyle/>
          <a:p>
            <a:fld id="{CD9F69EF-EA9E-43DD-B5BF-8C99E9B3930B}" type="slidenum">
              <a:rPr lang="en-IN" smtClean="0"/>
              <a:t>‹#›</a:t>
            </a:fld>
            <a:endParaRPr lang="en-IN"/>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317167" y="967689"/>
            <a:ext cx="7217771" cy="52371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700008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B7D0064E-1F0E-2DDF-C6B5-9CE196C4B560}"/>
              </a:ext>
            </a:extLst>
          </p:cNvPr>
          <p:cNvSpPr>
            <a:spLocks noGrp="1"/>
          </p:cNvSpPr>
          <p:nvPr>
            <p:ph type="title"/>
          </p:nvPr>
        </p:nvSpPr>
        <p:spPr>
          <a:xfrm>
            <a:off x="5045804" y="612140"/>
            <a:ext cx="6499655" cy="1519612"/>
          </a:xfrm>
        </p:spPr>
        <p:txBody>
          <a:bodyPr anchor="t"/>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804012" cy="6858000"/>
          </a:xfrm>
          <a:blipFill>
            <a:blip r:embed="rId2">
              <a:alphaModFix amt="70000"/>
            </a:blip>
            <a:stretch>
              <a:fillRect/>
            </a:stretch>
          </a:blipFill>
        </p:spPr>
        <p:txBody>
          <a:bodyPr/>
          <a:lstStyle>
            <a:lvl1pPr>
              <a:defRPr lang="en-US" dirty="0"/>
            </a:lvl1pPr>
          </a:lstStyle>
          <a:p>
            <a:r>
              <a:rPr lang="en-US" dirty="0"/>
              <a:t> </a:t>
            </a:r>
          </a:p>
        </p:txBody>
      </p:sp>
      <p:sp>
        <p:nvSpPr>
          <p:cNvPr id="7" name="Content Placeholder 7">
            <a:extLst>
              <a:ext uri="{FF2B5EF4-FFF2-40B4-BE49-F238E27FC236}">
                <a16:creationId xmlns:a16="http://schemas.microsoft.com/office/drawing/2014/main" id="{D478DAE4-13AB-5772-07E6-B3264F1E3141}"/>
              </a:ext>
            </a:extLst>
          </p:cNvPr>
          <p:cNvSpPr>
            <a:spLocks noGrp="1"/>
          </p:cNvSpPr>
          <p:nvPr>
            <p:ph sz="quarter" idx="14"/>
          </p:nvPr>
        </p:nvSpPr>
        <p:spPr>
          <a:xfrm>
            <a:off x="5104122" y="2457406"/>
            <a:ext cx="6441338" cy="3778977"/>
          </a:xfrm>
        </p:spPr>
        <p:txBody>
          <a:bodyPr anchor="t"/>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04122" y="6452990"/>
            <a:ext cx="1968375" cy="365125"/>
          </a:xfrm>
        </p:spPr>
        <p:txBody>
          <a:bodyPr anchor="b"/>
          <a:lstStyle/>
          <a:p>
            <a:endParaRPr lang="en-IN"/>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16252" y="6452989"/>
            <a:ext cx="429207" cy="365125"/>
          </a:xfrm>
        </p:spPr>
        <p:txBody>
          <a:bodyPr anchor="b"/>
          <a:lstStyle/>
          <a:p>
            <a:fld id="{CD9F69EF-EA9E-43DD-B5BF-8C99E9B3930B}" type="slidenum">
              <a:rPr lang="en-IN" smtClean="0"/>
              <a:t>‹#›</a:t>
            </a:fld>
            <a:endParaRPr lang="en-IN"/>
          </a:p>
        </p:txBody>
      </p:sp>
    </p:spTree>
    <p:extLst>
      <p:ext uri="{BB962C8B-B14F-4D97-AF65-F5344CB8AC3E}">
        <p14:creationId xmlns:p14="http://schemas.microsoft.com/office/powerpoint/2010/main" val="32106976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CDF6858-35EF-4C90-B3F5-339B7EF1F60F}"/>
              </a:ext>
            </a:extLst>
          </p:cNvPr>
          <p:cNvSpPr>
            <a:spLocks noGrp="1"/>
          </p:cNvSpPr>
          <p:nvPr>
            <p:ph type="title"/>
          </p:nvPr>
        </p:nvSpPr>
        <p:spPr>
          <a:xfrm>
            <a:off x="4281793" y="621792"/>
            <a:ext cx="7252710" cy="1138769"/>
          </a:xfrm>
        </p:spPr>
        <p:txBody>
          <a:bodyPr anchor="t"/>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a:blip r:embed="rId2">
              <a:alphaModFix amt="70000"/>
            </a:blip>
            <a:stretch>
              <a:fillRect/>
            </a:stretch>
          </a:blipFill>
        </p:spPr>
        <p:txBody>
          <a:bodyPr/>
          <a:lstStyle>
            <a:lvl1pPr>
              <a:defRPr/>
            </a:lvl1pPr>
          </a:lstStyle>
          <a:p>
            <a:r>
              <a:rPr lang="en-US" dirty="0"/>
              <a:t> </a:t>
            </a:r>
          </a:p>
        </p:txBody>
      </p:sp>
      <p:sp>
        <p:nvSpPr>
          <p:cNvPr id="6" name="Content Placeholder 7">
            <a:extLst>
              <a:ext uri="{FF2B5EF4-FFF2-40B4-BE49-F238E27FC236}">
                <a16:creationId xmlns:a16="http://schemas.microsoft.com/office/drawing/2014/main" id="{72FCF01F-6AD4-FD29-865E-65BD55CF89DF}"/>
              </a:ext>
            </a:extLst>
          </p:cNvPr>
          <p:cNvSpPr>
            <a:spLocks noGrp="1"/>
          </p:cNvSpPr>
          <p:nvPr>
            <p:ph sz="quarter" idx="14"/>
          </p:nvPr>
        </p:nvSpPr>
        <p:spPr>
          <a:xfrm>
            <a:off x="4309088" y="2115404"/>
            <a:ext cx="7225415" cy="4212926"/>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8">
            <a:extLst>
              <a:ext uri="{FF2B5EF4-FFF2-40B4-BE49-F238E27FC236}">
                <a16:creationId xmlns:a16="http://schemas.microsoft.com/office/drawing/2014/main" id="{4F9B8FC8-8820-A655-2A18-E8F8FC2C72DE}"/>
              </a:ext>
            </a:extLst>
          </p:cNvPr>
          <p:cNvSpPr>
            <a:spLocks noGrp="1"/>
          </p:cNvSpPr>
          <p:nvPr>
            <p:ph type="ftr" sz="quarter" idx="16"/>
          </p:nvPr>
        </p:nvSpPr>
        <p:spPr>
          <a:xfrm>
            <a:off x="4281793" y="6492875"/>
            <a:ext cx="1968375" cy="365125"/>
          </a:xfrm>
        </p:spPr>
        <p:txBody>
          <a:bodyPr anchor="b"/>
          <a:lstStyle/>
          <a:p>
            <a:endParaRPr lang="en-IN"/>
          </a:p>
        </p:txBody>
      </p:sp>
      <p:sp>
        <p:nvSpPr>
          <p:cNvPr id="13" name="Date Placeholder 2">
            <a:extLst>
              <a:ext uri="{FF2B5EF4-FFF2-40B4-BE49-F238E27FC236}">
                <a16:creationId xmlns:a16="http://schemas.microsoft.com/office/drawing/2014/main" id="{A8C032E2-BBA3-EA74-8FE1-5AFC46A21AE1}"/>
              </a:ext>
            </a:extLst>
          </p:cNvPr>
          <p:cNvSpPr>
            <a:spLocks noGrp="1"/>
          </p:cNvSpPr>
          <p:nvPr>
            <p:ph type="dt" sz="half" idx="18"/>
          </p:nvPr>
        </p:nvSpPr>
        <p:spPr>
          <a:xfrm>
            <a:off x="9023903" y="6492875"/>
            <a:ext cx="1596200" cy="365125"/>
          </a:xfrm>
        </p:spPr>
        <p:txBody>
          <a:bodyPr anchor="b"/>
          <a:lstStyle/>
          <a:p>
            <a:fld id="{7DF64D8B-4A8F-4610-A42C-2E4B99CCA041}" type="datetimeFigureOut">
              <a:rPr lang="en-IN" smtClean="0"/>
              <a:t>11/10/26</a:t>
            </a:fld>
            <a:endParaRPr lang="en-IN"/>
          </a:p>
        </p:txBody>
      </p:sp>
      <p:sp>
        <p:nvSpPr>
          <p:cNvPr id="12" name="Slide Number Placeholder 9">
            <a:extLst>
              <a:ext uri="{FF2B5EF4-FFF2-40B4-BE49-F238E27FC236}">
                <a16:creationId xmlns:a16="http://schemas.microsoft.com/office/drawing/2014/main" id="{D28087CA-07B9-D0D2-3AA7-C34B5C9645B8}"/>
              </a:ext>
            </a:extLst>
          </p:cNvPr>
          <p:cNvSpPr>
            <a:spLocks noGrp="1"/>
          </p:cNvSpPr>
          <p:nvPr>
            <p:ph type="sldNum" sz="quarter" idx="17"/>
          </p:nvPr>
        </p:nvSpPr>
        <p:spPr>
          <a:xfrm>
            <a:off x="11105296" y="6492875"/>
            <a:ext cx="429207" cy="365125"/>
          </a:xfrm>
        </p:spPr>
        <p:txBody>
          <a:bodyPr anchor="b"/>
          <a:lstStyle/>
          <a:p>
            <a:fld id="{CD9F69EF-EA9E-43DD-B5BF-8C99E9B3930B}" type="slidenum">
              <a:rPr lang="en-IN" smtClean="0"/>
              <a:t>‹#›</a:t>
            </a:fld>
            <a:endParaRPr lang="en-IN"/>
          </a:p>
        </p:txBody>
      </p:sp>
    </p:spTree>
    <p:extLst>
      <p:ext uri="{BB962C8B-B14F-4D97-AF65-F5344CB8AC3E}">
        <p14:creationId xmlns:p14="http://schemas.microsoft.com/office/powerpoint/2010/main" val="16511033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4" name="Title 5">
            <a:extLst>
              <a:ext uri="{FF2B5EF4-FFF2-40B4-BE49-F238E27FC236}">
                <a16:creationId xmlns:a16="http://schemas.microsoft.com/office/drawing/2014/main" id="{7A932ED1-5750-0D24-8D58-961B6F20FA21}"/>
              </a:ext>
            </a:extLst>
          </p:cNvPr>
          <p:cNvSpPr>
            <a:spLocks noGrp="1"/>
          </p:cNvSpPr>
          <p:nvPr>
            <p:ph type="title"/>
          </p:nvPr>
        </p:nvSpPr>
        <p:spPr>
          <a:xfrm>
            <a:off x="542307" y="621792"/>
            <a:ext cx="7252710" cy="1138769"/>
          </a:xfrm>
        </p:spPr>
        <p:txBody>
          <a:bodyPr/>
          <a:lstStyle/>
          <a:p>
            <a:r>
              <a:rPr lang="en-US"/>
              <a:t>Click to edit Master title style</a:t>
            </a:r>
            <a:endParaRPr lang="en-US" dirty="0"/>
          </a:p>
        </p:txBody>
      </p:sp>
      <p:sp>
        <p:nvSpPr>
          <p:cNvPr id="9" name="Content Placeholder 7">
            <a:extLst>
              <a:ext uri="{FF2B5EF4-FFF2-40B4-BE49-F238E27FC236}">
                <a16:creationId xmlns:a16="http://schemas.microsoft.com/office/drawing/2014/main" id="{01598DB3-17DB-7EDD-0F42-9866A753C2DD}"/>
              </a:ext>
            </a:extLst>
          </p:cNvPr>
          <p:cNvSpPr>
            <a:spLocks noGrp="1"/>
          </p:cNvSpPr>
          <p:nvPr>
            <p:ph sz="quarter" idx="19"/>
          </p:nvPr>
        </p:nvSpPr>
        <p:spPr>
          <a:xfrm>
            <a:off x="569602" y="2115404"/>
            <a:ext cx="7225415" cy="4212926"/>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Picture Placeholder 10">
            <a:extLst>
              <a:ext uri="{FF2B5EF4-FFF2-40B4-BE49-F238E27FC236}">
                <a16:creationId xmlns:a16="http://schemas.microsoft.com/office/drawing/2014/main" id="{6C5AB1A9-786B-C92B-C6EA-63CE0AACFB1E}"/>
              </a:ext>
            </a:extLst>
          </p:cNvPr>
          <p:cNvSpPr>
            <a:spLocks noGrp="1"/>
          </p:cNvSpPr>
          <p:nvPr>
            <p:ph type="pic" sz="quarter" idx="13" hasCustomPrompt="1"/>
          </p:nvPr>
        </p:nvSpPr>
        <p:spPr>
          <a:xfrm>
            <a:off x="8168640" y="1"/>
            <a:ext cx="4023360" cy="6858000"/>
          </a:xfrm>
          <a:blipFill>
            <a:blip r:embed="rId2">
              <a:alphaModFix amt="70000"/>
            </a:blip>
            <a:stretch>
              <a:fillRect/>
            </a:stretch>
          </a:blipFill>
        </p:spPr>
        <p:txBody>
          <a:bodyPr/>
          <a:lstStyle>
            <a:lvl1pPr>
              <a:defRPr/>
            </a:lvl1pPr>
          </a:lstStyle>
          <a:p>
            <a:r>
              <a:rPr lang="en-US" dirty="0"/>
              <a:t> </a:t>
            </a:r>
          </a:p>
        </p:txBody>
      </p:sp>
      <p:sp>
        <p:nvSpPr>
          <p:cNvPr id="5" name="Footer Placeholder 2">
            <a:extLst>
              <a:ext uri="{FF2B5EF4-FFF2-40B4-BE49-F238E27FC236}">
                <a16:creationId xmlns:a16="http://schemas.microsoft.com/office/drawing/2014/main" id="{C6115057-015C-DC83-074A-D22D9E0B6CD2}"/>
              </a:ext>
            </a:extLst>
          </p:cNvPr>
          <p:cNvSpPr>
            <a:spLocks noGrp="1"/>
          </p:cNvSpPr>
          <p:nvPr>
            <p:ph type="ftr" sz="quarter" idx="16"/>
          </p:nvPr>
        </p:nvSpPr>
        <p:spPr>
          <a:xfrm>
            <a:off x="542307" y="6492875"/>
            <a:ext cx="1968375" cy="365125"/>
          </a:xfrm>
        </p:spPr>
        <p:txBody>
          <a:bodyPr/>
          <a:lstStyle/>
          <a:p>
            <a:endParaRPr lang="en-IN"/>
          </a:p>
        </p:txBody>
      </p:sp>
      <p:sp>
        <p:nvSpPr>
          <p:cNvPr id="8" name="Date Placeholder 1">
            <a:extLst>
              <a:ext uri="{FF2B5EF4-FFF2-40B4-BE49-F238E27FC236}">
                <a16:creationId xmlns:a16="http://schemas.microsoft.com/office/drawing/2014/main" id="{42028964-5597-F5F0-6AEA-C79255C9BCE9}"/>
              </a:ext>
            </a:extLst>
          </p:cNvPr>
          <p:cNvSpPr>
            <a:spLocks noGrp="1"/>
          </p:cNvSpPr>
          <p:nvPr>
            <p:ph type="dt" sz="half" idx="18"/>
          </p:nvPr>
        </p:nvSpPr>
        <p:spPr>
          <a:xfrm>
            <a:off x="5284417" y="6492875"/>
            <a:ext cx="1596200" cy="365125"/>
          </a:xfrm>
        </p:spPr>
        <p:txBody>
          <a:bodyPr/>
          <a:lstStyle/>
          <a:p>
            <a:fld id="{7DF64D8B-4A8F-4610-A42C-2E4B99CCA041}" type="datetimeFigureOut">
              <a:rPr lang="en-IN" smtClean="0"/>
              <a:t>11/10/26</a:t>
            </a:fld>
            <a:endParaRPr lang="en-IN"/>
          </a:p>
        </p:txBody>
      </p:sp>
      <p:sp>
        <p:nvSpPr>
          <p:cNvPr id="6" name="Slide Number Placeholder 3">
            <a:extLst>
              <a:ext uri="{FF2B5EF4-FFF2-40B4-BE49-F238E27FC236}">
                <a16:creationId xmlns:a16="http://schemas.microsoft.com/office/drawing/2014/main" id="{B6324527-5F82-8213-FFB9-A5E6BEB2314F}"/>
              </a:ext>
            </a:extLst>
          </p:cNvPr>
          <p:cNvSpPr>
            <a:spLocks noGrp="1"/>
          </p:cNvSpPr>
          <p:nvPr>
            <p:ph type="sldNum" sz="quarter" idx="17"/>
          </p:nvPr>
        </p:nvSpPr>
        <p:spPr>
          <a:xfrm>
            <a:off x="7365810" y="6492875"/>
            <a:ext cx="429207" cy="365125"/>
          </a:xfrm>
        </p:spPr>
        <p:txBody>
          <a:bodyPr/>
          <a:lstStyle/>
          <a:p>
            <a:fld id="{CD9F69EF-EA9E-43DD-B5BF-8C99E9B3930B}" type="slidenum">
              <a:rPr lang="en-IN" smtClean="0"/>
              <a:t>‹#›</a:t>
            </a:fld>
            <a:endParaRPr lang="en-IN"/>
          </a:p>
        </p:txBody>
      </p:sp>
    </p:spTree>
    <p:extLst>
      <p:ext uri="{BB962C8B-B14F-4D97-AF65-F5344CB8AC3E}">
        <p14:creationId xmlns:p14="http://schemas.microsoft.com/office/powerpoint/2010/main" val="12792074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15000-16D8-B5F1-E35B-BAE97B4E6EE4}"/>
              </a:ext>
            </a:extLst>
          </p:cNvPr>
          <p:cNvSpPr>
            <a:spLocks noGrp="1"/>
          </p:cNvSpPr>
          <p:nvPr>
            <p:ph type="title"/>
          </p:nvPr>
        </p:nvSpPr>
        <p:spPr>
          <a:xfrm>
            <a:off x="518615" y="621793"/>
            <a:ext cx="5326684" cy="1507454"/>
          </a:xfrm>
        </p:spPr>
        <p:txBody>
          <a:bodyPr anchor="t" anchorCtr="0"/>
          <a:lstStyle/>
          <a:p>
            <a:r>
              <a:rPr lang="en-US"/>
              <a:t>Click to edit Master title style</a:t>
            </a:r>
            <a:endParaRPr lang="en-US" dirty="0"/>
          </a:p>
        </p:txBody>
      </p:sp>
      <p:sp>
        <p:nvSpPr>
          <p:cNvPr id="3" name="Content Placeholder 7">
            <a:extLst>
              <a:ext uri="{FF2B5EF4-FFF2-40B4-BE49-F238E27FC236}">
                <a16:creationId xmlns:a16="http://schemas.microsoft.com/office/drawing/2014/main" id="{B022A1E6-0A6D-9476-5034-0BDE3EE38B91}"/>
              </a:ext>
            </a:extLst>
          </p:cNvPr>
          <p:cNvSpPr>
            <a:spLocks noGrp="1"/>
          </p:cNvSpPr>
          <p:nvPr>
            <p:ph sz="quarter" idx="19"/>
          </p:nvPr>
        </p:nvSpPr>
        <p:spPr>
          <a:xfrm>
            <a:off x="518616" y="2513110"/>
            <a:ext cx="5326683" cy="3568006"/>
          </a:xfrm>
        </p:spPr>
        <p:txBody>
          <a:bodyPr anchor="t" anchorCtr="0"/>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7">
            <a:extLst>
              <a:ext uri="{FF2B5EF4-FFF2-40B4-BE49-F238E27FC236}">
                <a16:creationId xmlns:a16="http://schemas.microsoft.com/office/drawing/2014/main" id="{6B8D4096-4B0D-5226-C004-475A83BE8BFE}"/>
              </a:ext>
            </a:extLst>
          </p:cNvPr>
          <p:cNvSpPr>
            <a:spLocks noGrp="1"/>
          </p:cNvSpPr>
          <p:nvPr>
            <p:ph type="pic" sz="quarter" idx="18" hasCustomPrompt="1"/>
          </p:nvPr>
        </p:nvSpPr>
        <p:spPr>
          <a:xfrm>
            <a:off x="6308842" y="0"/>
            <a:ext cx="5883158" cy="6858000"/>
          </a:xfrm>
          <a:blipFill>
            <a:blip r:embed="rId2">
              <a:alphaModFix amt="70000"/>
            </a:blip>
            <a:stretch>
              <a:fillRect/>
            </a:stretch>
          </a:blipFill>
        </p:spPr>
        <p:txBody>
          <a:bodyPr/>
          <a:lstStyle>
            <a:lvl1pPr>
              <a:defRPr/>
            </a:lvl1pPr>
          </a:lstStyle>
          <a:p>
            <a:r>
              <a:rPr lang="en-US" dirty="0"/>
              <a:t> </a:t>
            </a:r>
          </a:p>
        </p:txBody>
      </p:sp>
      <p:sp>
        <p:nvSpPr>
          <p:cNvPr id="9" name="Footer Placeholder 8">
            <a:extLst>
              <a:ext uri="{FF2B5EF4-FFF2-40B4-BE49-F238E27FC236}">
                <a16:creationId xmlns:a16="http://schemas.microsoft.com/office/drawing/2014/main" id="{8917C8CF-AEBF-835D-4503-06A0208049F0}"/>
              </a:ext>
            </a:extLst>
          </p:cNvPr>
          <p:cNvSpPr>
            <a:spLocks noGrp="1"/>
          </p:cNvSpPr>
          <p:nvPr>
            <p:ph type="ftr" sz="quarter" idx="16"/>
          </p:nvPr>
        </p:nvSpPr>
        <p:spPr>
          <a:xfrm>
            <a:off x="518615" y="6450237"/>
            <a:ext cx="1968375" cy="365125"/>
          </a:xfrm>
        </p:spPr>
        <p:txBody>
          <a:bodyPr anchor="b"/>
          <a:lstStyle/>
          <a:p>
            <a:endParaRPr lang="en-IN"/>
          </a:p>
        </p:txBody>
      </p:sp>
      <p:sp>
        <p:nvSpPr>
          <p:cNvPr id="10" name="Slide Number Placeholder 9">
            <a:extLst>
              <a:ext uri="{FF2B5EF4-FFF2-40B4-BE49-F238E27FC236}">
                <a16:creationId xmlns:a16="http://schemas.microsoft.com/office/drawing/2014/main" id="{13662962-C2D0-E99D-BD6A-C97F4798F261}"/>
              </a:ext>
            </a:extLst>
          </p:cNvPr>
          <p:cNvSpPr>
            <a:spLocks noGrp="1"/>
          </p:cNvSpPr>
          <p:nvPr>
            <p:ph type="sldNum" sz="quarter" idx="17"/>
          </p:nvPr>
        </p:nvSpPr>
        <p:spPr>
          <a:xfrm>
            <a:off x="5453953" y="6464979"/>
            <a:ext cx="429207" cy="365125"/>
          </a:xfrm>
        </p:spPr>
        <p:txBody>
          <a:bodyPr anchor="b"/>
          <a:lstStyle/>
          <a:p>
            <a:fld id="{CD9F69EF-EA9E-43DD-B5BF-8C99E9B3930B}" type="slidenum">
              <a:rPr lang="en-IN" smtClean="0"/>
              <a:t>‹#›</a:t>
            </a:fld>
            <a:endParaRPr lang="en-IN"/>
          </a:p>
        </p:txBody>
      </p:sp>
    </p:spTree>
    <p:extLst>
      <p:ext uri="{BB962C8B-B14F-4D97-AF65-F5344CB8AC3E}">
        <p14:creationId xmlns:p14="http://schemas.microsoft.com/office/powerpoint/2010/main" val="1304054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8B87BE0-867D-AF74-02DD-6F5420BC6D61}"/>
              </a:ext>
            </a:extLst>
          </p:cNvPr>
          <p:cNvSpPr>
            <a:spLocks noGrp="1"/>
          </p:cNvSpPr>
          <p:nvPr>
            <p:ph type="title"/>
          </p:nvPr>
        </p:nvSpPr>
        <p:spPr>
          <a:xfrm>
            <a:off x="518965" y="621792"/>
            <a:ext cx="4446871" cy="1867629"/>
          </a:xfrm>
        </p:spPr>
        <p:txBody>
          <a:bodyPr anchor="t">
            <a:noAutofit/>
          </a:bodyPr>
          <a:lstStyle>
            <a:lvl1pPr>
              <a:defRPr sz="5600"/>
            </a:lvl1pPr>
          </a:lstStyle>
          <a:p>
            <a:r>
              <a:rPr lang="en-US"/>
              <a:t>Click to edit Master title style</a:t>
            </a:r>
            <a:endParaRPr lang="en-US" dirty="0"/>
          </a:p>
        </p:txBody>
      </p:sp>
      <p:sp>
        <p:nvSpPr>
          <p:cNvPr id="9" name="Content Placeholder 7">
            <a:extLst>
              <a:ext uri="{FF2B5EF4-FFF2-40B4-BE49-F238E27FC236}">
                <a16:creationId xmlns:a16="http://schemas.microsoft.com/office/drawing/2014/main" id="{7B86FDEC-359F-20D5-12F6-5CBA3DC009EA}"/>
              </a:ext>
            </a:extLst>
          </p:cNvPr>
          <p:cNvSpPr>
            <a:spLocks noGrp="1"/>
          </p:cNvSpPr>
          <p:nvPr>
            <p:ph sz="quarter" idx="14"/>
          </p:nvPr>
        </p:nvSpPr>
        <p:spPr>
          <a:xfrm>
            <a:off x="543940" y="2890729"/>
            <a:ext cx="4449227" cy="3138438"/>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Picture Placeholder 10">
            <a:extLst>
              <a:ext uri="{FF2B5EF4-FFF2-40B4-BE49-F238E27FC236}">
                <a16:creationId xmlns:a16="http://schemas.microsoft.com/office/drawing/2014/main" id="{FBEF9CB2-E8D7-8869-9B11-C58F1606DFE0}"/>
              </a:ext>
            </a:extLst>
          </p:cNvPr>
          <p:cNvSpPr>
            <a:spLocks noGrp="1"/>
          </p:cNvSpPr>
          <p:nvPr>
            <p:ph type="pic" sz="quarter" idx="13" hasCustomPrompt="1"/>
          </p:nvPr>
        </p:nvSpPr>
        <p:spPr>
          <a:xfrm>
            <a:off x="5363570" y="0"/>
            <a:ext cx="6828430" cy="6858000"/>
          </a:xfrm>
          <a:blipFill>
            <a:blip r:embed="rId2">
              <a:alphaModFix amt="70000"/>
            </a:blip>
            <a:stretch>
              <a:fillRect/>
            </a:stretch>
          </a:blipFill>
        </p:spPr>
        <p:txBody>
          <a:bodyPr/>
          <a:lstStyle>
            <a:lvl1pPr>
              <a:defRPr/>
            </a:lvl1pPr>
          </a:lstStyle>
          <a:p>
            <a:r>
              <a:rPr lang="en-US" dirty="0"/>
              <a:t> </a:t>
            </a:r>
          </a:p>
        </p:txBody>
      </p:sp>
      <p:sp>
        <p:nvSpPr>
          <p:cNvPr id="10" name="Footer Placeholder 8">
            <a:extLst>
              <a:ext uri="{FF2B5EF4-FFF2-40B4-BE49-F238E27FC236}">
                <a16:creationId xmlns:a16="http://schemas.microsoft.com/office/drawing/2014/main" id="{4784CE43-81E9-3B12-CB65-9B5FC6ECE9ED}"/>
              </a:ext>
            </a:extLst>
          </p:cNvPr>
          <p:cNvSpPr>
            <a:spLocks noGrp="1"/>
          </p:cNvSpPr>
          <p:nvPr>
            <p:ph type="ftr" sz="quarter" idx="16"/>
          </p:nvPr>
        </p:nvSpPr>
        <p:spPr>
          <a:xfrm>
            <a:off x="515618" y="6430476"/>
            <a:ext cx="1968375" cy="379867"/>
          </a:xfrm>
        </p:spPr>
        <p:txBody>
          <a:bodyPr anchor="b"/>
          <a:lstStyle/>
          <a:p>
            <a:endParaRPr lang="en-IN"/>
          </a:p>
        </p:txBody>
      </p:sp>
      <p:sp>
        <p:nvSpPr>
          <p:cNvPr id="11" name="Slide Number Placeholder 9">
            <a:extLst>
              <a:ext uri="{FF2B5EF4-FFF2-40B4-BE49-F238E27FC236}">
                <a16:creationId xmlns:a16="http://schemas.microsoft.com/office/drawing/2014/main" id="{779F1775-5104-9F86-4A61-07F914947CC9}"/>
              </a:ext>
            </a:extLst>
          </p:cNvPr>
          <p:cNvSpPr>
            <a:spLocks noGrp="1"/>
          </p:cNvSpPr>
          <p:nvPr>
            <p:ph type="sldNum" sz="quarter" idx="17"/>
          </p:nvPr>
        </p:nvSpPr>
        <p:spPr>
          <a:xfrm>
            <a:off x="4563960" y="6430476"/>
            <a:ext cx="429207" cy="379867"/>
          </a:xfrm>
        </p:spPr>
        <p:txBody>
          <a:bodyPr anchor="b"/>
          <a:lstStyle/>
          <a:p>
            <a:fld id="{CD9F69EF-EA9E-43DD-B5BF-8C99E9B3930B}" type="slidenum">
              <a:rPr lang="en-IN" smtClean="0"/>
              <a:t>‹#›</a:t>
            </a:fld>
            <a:endParaRPr lang="en-IN"/>
          </a:p>
        </p:txBody>
      </p:sp>
    </p:spTree>
    <p:extLst>
      <p:ext uri="{BB962C8B-B14F-4D97-AF65-F5344CB8AC3E}">
        <p14:creationId xmlns:p14="http://schemas.microsoft.com/office/powerpoint/2010/main" val="33249716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49733" y="621792"/>
            <a:ext cx="3884546" cy="2280501"/>
          </a:xfrm>
        </p:spPr>
        <p:txBody>
          <a:bodyPr anchor="t">
            <a:noAutofit/>
          </a:bodyPr>
          <a:lstStyle>
            <a:lvl1pPr>
              <a:defRPr sz="5600"/>
            </a:lvl1pPr>
          </a:lstStyle>
          <a:p>
            <a:r>
              <a:rPr lang="en-US"/>
              <a:t>Click to edit Master title style</a:t>
            </a:r>
            <a:endParaRPr lang="en-US" dirty="0"/>
          </a:p>
        </p:txBody>
      </p:sp>
      <p:sp>
        <p:nvSpPr>
          <p:cNvPr id="3" name="Picture Placeholder 10">
            <a:extLst>
              <a:ext uri="{FF2B5EF4-FFF2-40B4-BE49-F238E27FC236}">
                <a16:creationId xmlns:a16="http://schemas.microsoft.com/office/drawing/2014/main" id="{74736F65-8A7D-D535-AAD0-31480F8AD318}"/>
              </a:ext>
            </a:extLst>
          </p:cNvPr>
          <p:cNvSpPr>
            <a:spLocks noGrp="1"/>
          </p:cNvSpPr>
          <p:nvPr>
            <p:ph type="pic" sz="quarter" idx="13" hasCustomPrompt="1"/>
          </p:nvPr>
        </p:nvSpPr>
        <p:spPr>
          <a:xfrm>
            <a:off x="-1" y="0"/>
            <a:ext cx="7260609" cy="6858000"/>
          </a:xfrm>
          <a:blipFill>
            <a:blip r:embed="rId2">
              <a:alphaModFix amt="70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687521" y="3211512"/>
            <a:ext cx="3884547" cy="27432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8">
            <a:extLst>
              <a:ext uri="{FF2B5EF4-FFF2-40B4-BE49-F238E27FC236}">
                <a16:creationId xmlns:a16="http://schemas.microsoft.com/office/drawing/2014/main" id="{C64245F1-97E2-FD23-26A5-03067F464698}"/>
              </a:ext>
            </a:extLst>
          </p:cNvPr>
          <p:cNvSpPr>
            <a:spLocks noGrp="1"/>
          </p:cNvSpPr>
          <p:nvPr>
            <p:ph type="ftr" sz="quarter" idx="16"/>
          </p:nvPr>
        </p:nvSpPr>
        <p:spPr>
          <a:xfrm>
            <a:off x="7649733" y="6456384"/>
            <a:ext cx="1968375" cy="379867"/>
          </a:xfrm>
        </p:spPr>
        <p:txBody>
          <a:bodyPr anchor="b"/>
          <a:lstStyle/>
          <a:p>
            <a:endParaRPr lang="en-IN"/>
          </a:p>
        </p:txBody>
      </p:sp>
      <p:sp>
        <p:nvSpPr>
          <p:cNvPr id="5" name="Slide Number Placeholder 9">
            <a:extLst>
              <a:ext uri="{FF2B5EF4-FFF2-40B4-BE49-F238E27FC236}">
                <a16:creationId xmlns:a16="http://schemas.microsoft.com/office/drawing/2014/main" id="{15E75D5B-F407-F4DD-192B-D56CF168CDA4}"/>
              </a:ext>
            </a:extLst>
          </p:cNvPr>
          <p:cNvSpPr>
            <a:spLocks noGrp="1"/>
          </p:cNvSpPr>
          <p:nvPr>
            <p:ph type="sldNum" sz="quarter" idx="17"/>
          </p:nvPr>
        </p:nvSpPr>
        <p:spPr>
          <a:xfrm>
            <a:off x="11134152" y="6456385"/>
            <a:ext cx="429207" cy="379867"/>
          </a:xfrm>
        </p:spPr>
        <p:txBody>
          <a:bodyPr anchor="b"/>
          <a:lstStyle/>
          <a:p>
            <a:fld id="{CD9F69EF-EA9E-43DD-B5BF-8C99E9B3930B}" type="slidenum">
              <a:rPr lang="en-IN" smtClean="0"/>
              <a:t>‹#›</a:t>
            </a:fld>
            <a:endParaRPr lang="en-IN"/>
          </a:p>
        </p:txBody>
      </p:sp>
    </p:spTree>
    <p:extLst>
      <p:ext uri="{BB962C8B-B14F-4D97-AF65-F5344CB8AC3E}">
        <p14:creationId xmlns:p14="http://schemas.microsoft.com/office/powerpoint/2010/main" val="10890504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B686070-85E7-EB57-8965-F95F2692CC62}"/>
              </a:ext>
            </a:extLst>
          </p:cNvPr>
          <p:cNvSpPr>
            <a:spLocks noGrp="1"/>
          </p:cNvSpPr>
          <p:nvPr>
            <p:ph type="title"/>
          </p:nvPr>
        </p:nvSpPr>
        <p:spPr>
          <a:xfrm>
            <a:off x="512064" y="3608276"/>
            <a:ext cx="4428700" cy="2620587"/>
          </a:xfrm>
        </p:spPr>
        <p:txBody>
          <a:bodyPr anchor="t">
            <a:noAutofit/>
          </a:bodyPr>
          <a:lstStyle>
            <a:lvl1pPr>
              <a:defRPr sz="5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29000"/>
          </a:xfrm>
          <a:blipFill>
            <a:blip r:embed="rId2">
              <a:alphaModFix amt="70000"/>
            </a:blip>
            <a:stretch>
              <a:fillRect/>
            </a:stretch>
          </a:blipFill>
        </p:spPr>
        <p:txBody>
          <a:bodyPr/>
          <a:lstStyle>
            <a:lvl1pPr>
              <a:defRPr/>
            </a:lvl1pPr>
          </a:lstStyle>
          <a:p>
            <a:r>
              <a:rPr lang="en-US" dirty="0"/>
              <a:t> </a:t>
            </a:r>
          </a:p>
        </p:txBody>
      </p:sp>
      <p:sp>
        <p:nvSpPr>
          <p:cNvPr id="2" name="Content Placeholder 7">
            <a:extLst>
              <a:ext uri="{FF2B5EF4-FFF2-40B4-BE49-F238E27FC236}">
                <a16:creationId xmlns:a16="http://schemas.microsoft.com/office/drawing/2014/main" id="{4546533B-13A8-961D-BD05-8DE715F63409}"/>
              </a:ext>
            </a:extLst>
          </p:cNvPr>
          <p:cNvSpPr>
            <a:spLocks noGrp="1"/>
          </p:cNvSpPr>
          <p:nvPr>
            <p:ph sz="quarter" idx="14"/>
          </p:nvPr>
        </p:nvSpPr>
        <p:spPr>
          <a:xfrm>
            <a:off x="5268036" y="3579702"/>
            <a:ext cx="6298442" cy="2620587"/>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8">
            <a:extLst>
              <a:ext uri="{FF2B5EF4-FFF2-40B4-BE49-F238E27FC236}">
                <a16:creationId xmlns:a16="http://schemas.microsoft.com/office/drawing/2014/main" id="{9349FD65-108E-79AD-A9C8-91429963386F}"/>
              </a:ext>
            </a:extLst>
          </p:cNvPr>
          <p:cNvSpPr>
            <a:spLocks noGrp="1"/>
          </p:cNvSpPr>
          <p:nvPr>
            <p:ph type="ftr" sz="quarter" idx="16"/>
          </p:nvPr>
        </p:nvSpPr>
        <p:spPr>
          <a:xfrm>
            <a:off x="5262666" y="6442872"/>
            <a:ext cx="1968375" cy="379867"/>
          </a:xfrm>
        </p:spPr>
        <p:txBody>
          <a:bodyPr anchor="b"/>
          <a:lstStyle/>
          <a:p>
            <a:endParaRPr lang="en-IN"/>
          </a:p>
        </p:txBody>
      </p:sp>
      <p:sp>
        <p:nvSpPr>
          <p:cNvPr id="12" name="Date Placeholder 2">
            <a:extLst>
              <a:ext uri="{FF2B5EF4-FFF2-40B4-BE49-F238E27FC236}">
                <a16:creationId xmlns:a16="http://schemas.microsoft.com/office/drawing/2014/main" id="{547B7542-C2BA-4322-9FF4-E2713B917492}"/>
              </a:ext>
            </a:extLst>
          </p:cNvPr>
          <p:cNvSpPr>
            <a:spLocks noGrp="1"/>
          </p:cNvSpPr>
          <p:nvPr>
            <p:ph type="dt" sz="half" idx="18"/>
          </p:nvPr>
        </p:nvSpPr>
        <p:spPr>
          <a:xfrm>
            <a:off x="7697040" y="6442872"/>
            <a:ext cx="2295997" cy="379867"/>
          </a:xfrm>
        </p:spPr>
        <p:txBody>
          <a:bodyPr anchor="b"/>
          <a:lstStyle/>
          <a:p>
            <a:fld id="{7DF64D8B-4A8F-4610-A42C-2E4B99CCA041}" type="datetimeFigureOut">
              <a:rPr lang="en-IN" smtClean="0"/>
              <a:t>11/10/26</a:t>
            </a:fld>
            <a:endParaRPr lang="en-IN"/>
          </a:p>
        </p:txBody>
      </p:sp>
      <p:sp>
        <p:nvSpPr>
          <p:cNvPr id="7" name="Slide Number Placeholder 9">
            <a:extLst>
              <a:ext uri="{FF2B5EF4-FFF2-40B4-BE49-F238E27FC236}">
                <a16:creationId xmlns:a16="http://schemas.microsoft.com/office/drawing/2014/main" id="{EB058DA4-9F6F-CC80-D1C5-728E096806C3}"/>
              </a:ext>
            </a:extLst>
          </p:cNvPr>
          <p:cNvSpPr>
            <a:spLocks noGrp="1"/>
          </p:cNvSpPr>
          <p:nvPr>
            <p:ph type="sldNum" sz="quarter" idx="17"/>
          </p:nvPr>
        </p:nvSpPr>
        <p:spPr>
          <a:xfrm>
            <a:off x="11137271" y="6442873"/>
            <a:ext cx="429207" cy="379867"/>
          </a:xfrm>
        </p:spPr>
        <p:txBody>
          <a:bodyPr anchor="b"/>
          <a:lstStyle/>
          <a:p>
            <a:fld id="{CD9F69EF-EA9E-43DD-B5BF-8C99E9B3930B}" type="slidenum">
              <a:rPr lang="en-IN" smtClean="0"/>
              <a:t>‹#›</a:t>
            </a:fld>
            <a:endParaRPr lang="en-IN"/>
          </a:p>
        </p:txBody>
      </p:sp>
    </p:spTree>
    <p:extLst>
      <p:ext uri="{BB962C8B-B14F-4D97-AF65-F5344CB8AC3E}">
        <p14:creationId xmlns:p14="http://schemas.microsoft.com/office/powerpoint/2010/main" val="39629600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B0F469B-7972-C862-3265-20EC44D749C7}"/>
              </a:ext>
            </a:extLst>
          </p:cNvPr>
          <p:cNvSpPr>
            <a:spLocks noGrp="1"/>
          </p:cNvSpPr>
          <p:nvPr>
            <p:ph type="title"/>
          </p:nvPr>
        </p:nvSpPr>
        <p:spPr>
          <a:xfrm>
            <a:off x="512064" y="631710"/>
            <a:ext cx="11032239" cy="1115203"/>
          </a:xfrm>
        </p:spPr>
        <p:txBody>
          <a:bodyPr anchor="t">
            <a:noAutofit/>
          </a:bodyPr>
          <a:lstStyle>
            <a:lvl1pPr>
              <a:defRPr sz="5600"/>
            </a:lvl1pPr>
          </a:lstStyle>
          <a:p>
            <a:r>
              <a:rPr lang="en-US"/>
              <a:t>Click to edit Master title style</a:t>
            </a:r>
            <a:endParaRPr lang="en-US" dirty="0"/>
          </a:p>
        </p:txBody>
      </p:sp>
      <p:sp>
        <p:nvSpPr>
          <p:cNvPr id="13" name="Picture Placeholder 10">
            <a:extLst>
              <a:ext uri="{FF2B5EF4-FFF2-40B4-BE49-F238E27FC236}">
                <a16:creationId xmlns:a16="http://schemas.microsoft.com/office/drawing/2014/main" id="{1A9091ED-65DB-CA4C-BC68-EC773138EFA0}"/>
              </a:ext>
            </a:extLst>
          </p:cNvPr>
          <p:cNvSpPr>
            <a:spLocks noGrp="1"/>
          </p:cNvSpPr>
          <p:nvPr>
            <p:ph type="pic" sz="quarter" idx="18" hasCustomPrompt="1"/>
          </p:nvPr>
        </p:nvSpPr>
        <p:spPr>
          <a:xfrm>
            <a:off x="109181" y="2115403"/>
            <a:ext cx="5786651" cy="4671431"/>
          </a:xfrm>
          <a:blipFill>
            <a:blip r:embed="rId2">
              <a:alphaModFix amt="70000"/>
            </a:blip>
            <a:stretch>
              <a:fillRect/>
            </a:stretch>
          </a:blipFill>
        </p:spPr>
        <p:txBody>
          <a:bodyPr/>
          <a:lstStyle>
            <a:lvl1pPr>
              <a:defRPr/>
            </a:lvl1pPr>
          </a:lstStyle>
          <a:p>
            <a:r>
              <a:rPr lang="en-US" dirty="0"/>
              <a:t> </a:t>
            </a:r>
          </a:p>
        </p:txBody>
      </p:sp>
      <p:sp>
        <p:nvSpPr>
          <p:cNvPr id="10" name="Content Placeholder 7">
            <a:extLst>
              <a:ext uri="{FF2B5EF4-FFF2-40B4-BE49-F238E27FC236}">
                <a16:creationId xmlns:a16="http://schemas.microsoft.com/office/drawing/2014/main" id="{A3F07A79-5344-FA17-3625-1266EFAA87FD}"/>
              </a:ext>
            </a:extLst>
          </p:cNvPr>
          <p:cNvSpPr>
            <a:spLocks noGrp="1"/>
          </p:cNvSpPr>
          <p:nvPr>
            <p:ph sz="quarter" idx="14"/>
          </p:nvPr>
        </p:nvSpPr>
        <p:spPr>
          <a:xfrm>
            <a:off x="6190488" y="2115403"/>
            <a:ext cx="5353815" cy="4110888"/>
          </a:xfrm>
        </p:spPr>
        <p:txBody>
          <a:bodyPr anchor="t">
            <a:noAutofit/>
          </a:bodyPr>
          <a:lstStyle>
            <a:lvl1pPr marL="0" indent="0">
              <a:buFont typeface="Arial" panose="020B0604020202020204" pitchFamily="34" charset="0"/>
              <a:buNone/>
              <a:defRPr sz="1400"/>
            </a:lvl1pPr>
            <a:lvl2pPr marL="228600" indent="0">
              <a:buFont typeface="Arial" panose="020B0604020202020204" pitchFamily="34" charset="0"/>
              <a:buNone/>
              <a:defRPr sz="1400"/>
            </a:lvl2pPr>
            <a:lvl3pPr marL="457200" indent="0">
              <a:buFont typeface="Arial" panose="020B0604020202020204" pitchFamily="34" charset="0"/>
              <a:buNone/>
              <a:defRPr sz="1400"/>
            </a:lvl3pPr>
            <a:lvl4pPr marL="685800" indent="0">
              <a:buFont typeface="Arial" panose="020B0604020202020204" pitchFamily="34" charset="0"/>
              <a:buNone/>
              <a:defRPr sz="1400"/>
            </a:lvl4pPr>
            <a:lvl5pPr marL="914400" indent="0">
              <a:buFont typeface="Arial" panose="020B0604020202020204" pitchFamily="34" charse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6">
            <a:extLst>
              <a:ext uri="{FF2B5EF4-FFF2-40B4-BE49-F238E27FC236}">
                <a16:creationId xmlns:a16="http://schemas.microsoft.com/office/drawing/2014/main" id="{AC0D704B-E4D2-B261-890F-35C54C94C6EE}"/>
              </a:ext>
            </a:extLst>
          </p:cNvPr>
          <p:cNvSpPr>
            <a:spLocks noGrp="1"/>
          </p:cNvSpPr>
          <p:nvPr>
            <p:ph type="ftr" sz="quarter" idx="20"/>
          </p:nvPr>
        </p:nvSpPr>
        <p:spPr>
          <a:xfrm>
            <a:off x="6177425" y="6428984"/>
            <a:ext cx="4467829" cy="365125"/>
          </a:xfrm>
        </p:spPr>
        <p:txBody>
          <a:bodyPr anchor="b"/>
          <a:lstStyle/>
          <a:p>
            <a:endParaRPr lang="en-IN"/>
          </a:p>
        </p:txBody>
      </p:sp>
      <p:sp>
        <p:nvSpPr>
          <p:cNvPr id="8" name="Slide Number Placeholder 7">
            <a:extLst>
              <a:ext uri="{FF2B5EF4-FFF2-40B4-BE49-F238E27FC236}">
                <a16:creationId xmlns:a16="http://schemas.microsoft.com/office/drawing/2014/main" id="{C5932FFD-B632-F7EE-B653-9A621348C003}"/>
              </a:ext>
            </a:extLst>
          </p:cNvPr>
          <p:cNvSpPr>
            <a:spLocks noGrp="1"/>
          </p:cNvSpPr>
          <p:nvPr>
            <p:ph type="sldNum" sz="quarter" idx="21"/>
          </p:nvPr>
        </p:nvSpPr>
        <p:spPr>
          <a:xfrm>
            <a:off x="10926847" y="6421709"/>
            <a:ext cx="617457" cy="365125"/>
          </a:xfrm>
        </p:spPr>
        <p:txBody>
          <a:bodyPr anchor="b"/>
          <a:lstStyle/>
          <a:p>
            <a:fld id="{CD9F69EF-EA9E-43DD-B5BF-8C99E9B3930B}" type="slidenum">
              <a:rPr lang="en-IN" smtClean="0"/>
              <a:t>‹#›</a:t>
            </a:fld>
            <a:endParaRPr lang="en-IN"/>
          </a:p>
        </p:txBody>
      </p:sp>
    </p:spTree>
    <p:extLst>
      <p:ext uri="{BB962C8B-B14F-4D97-AF65-F5344CB8AC3E}">
        <p14:creationId xmlns:p14="http://schemas.microsoft.com/office/powerpoint/2010/main" val="95382621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01348" y="644000"/>
            <a:ext cx="2594550" cy="1877132"/>
          </a:xfrm>
        </p:spPr>
        <p:txBody>
          <a:bodyPr anchor="t" anchorCtr="0">
            <a:noAutofit/>
          </a:bodyPr>
          <a:lstStyle>
            <a:lvl1pPr>
              <a:defRPr sz="5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6740" y="2899954"/>
            <a:ext cx="3610418" cy="3314046"/>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402183" y="644000"/>
            <a:ext cx="7183078" cy="5570000"/>
          </a:xfrm>
        </p:spPr>
        <p:txBody>
          <a:bodyPr anchor="b"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Footer Placeholder 6">
            <a:extLst>
              <a:ext uri="{FF2B5EF4-FFF2-40B4-BE49-F238E27FC236}">
                <a16:creationId xmlns:a16="http://schemas.microsoft.com/office/drawing/2014/main" id="{E471EB04-B63C-4629-0688-E2CC8C576A5A}"/>
              </a:ext>
            </a:extLst>
          </p:cNvPr>
          <p:cNvSpPr>
            <a:spLocks noGrp="1"/>
          </p:cNvSpPr>
          <p:nvPr>
            <p:ph type="ftr" sz="quarter" idx="16"/>
          </p:nvPr>
        </p:nvSpPr>
        <p:spPr>
          <a:xfrm>
            <a:off x="545926" y="6438284"/>
            <a:ext cx="5276852" cy="365125"/>
          </a:xfrm>
        </p:spPr>
        <p:txBody>
          <a:bodyPr anchor="b"/>
          <a:lstStyle/>
          <a:p>
            <a:endParaRPr lang="en-IN"/>
          </a:p>
        </p:txBody>
      </p:sp>
      <p:sp>
        <p:nvSpPr>
          <p:cNvPr id="12" name="Date Placeholder 5">
            <a:extLst>
              <a:ext uri="{FF2B5EF4-FFF2-40B4-BE49-F238E27FC236}">
                <a16:creationId xmlns:a16="http://schemas.microsoft.com/office/drawing/2014/main" id="{A4924D77-E18C-D84A-F550-9B0188FEBF87}"/>
              </a:ext>
            </a:extLst>
          </p:cNvPr>
          <p:cNvSpPr>
            <a:spLocks noGrp="1"/>
          </p:cNvSpPr>
          <p:nvPr>
            <p:ph type="dt" sz="half" idx="15"/>
          </p:nvPr>
        </p:nvSpPr>
        <p:spPr>
          <a:xfrm>
            <a:off x="6190488" y="6432496"/>
            <a:ext cx="2544079" cy="365125"/>
          </a:xfrm>
        </p:spPr>
        <p:txBody>
          <a:bodyPr anchor="b"/>
          <a:lstStyle/>
          <a:p>
            <a:fld id="{7DF64D8B-4A8F-4610-A42C-2E4B99CCA041}" type="datetimeFigureOut">
              <a:rPr lang="en-IN" smtClean="0"/>
              <a:t>11/10/26</a:t>
            </a:fld>
            <a:endParaRPr lang="en-IN"/>
          </a:p>
        </p:txBody>
      </p:sp>
      <p:sp>
        <p:nvSpPr>
          <p:cNvPr id="14" name="Slide Number Placeholder 8">
            <a:extLst>
              <a:ext uri="{FF2B5EF4-FFF2-40B4-BE49-F238E27FC236}">
                <a16:creationId xmlns:a16="http://schemas.microsoft.com/office/drawing/2014/main" id="{38B4B455-40D3-EF76-D860-2A6FFBF69836}"/>
              </a:ext>
            </a:extLst>
          </p:cNvPr>
          <p:cNvSpPr>
            <a:spLocks noGrp="1"/>
          </p:cNvSpPr>
          <p:nvPr>
            <p:ph type="sldNum" sz="quarter" idx="17"/>
          </p:nvPr>
        </p:nvSpPr>
        <p:spPr>
          <a:xfrm>
            <a:off x="11099128" y="6438284"/>
            <a:ext cx="429207" cy="365125"/>
          </a:xfrm>
        </p:spPr>
        <p:txBody>
          <a:bodyPr anchor="b"/>
          <a:lstStyle/>
          <a:p>
            <a:fld id="{CD9F69EF-EA9E-43DD-B5BF-8C99E9B3930B}" type="slidenum">
              <a:rPr lang="en-IN" smtClean="0"/>
              <a:t>‹#›</a:t>
            </a:fld>
            <a:endParaRPr lang="en-IN"/>
          </a:p>
        </p:txBody>
      </p:sp>
    </p:spTree>
    <p:extLst>
      <p:ext uri="{BB962C8B-B14F-4D97-AF65-F5344CB8AC3E}">
        <p14:creationId xmlns:p14="http://schemas.microsoft.com/office/powerpoint/2010/main" val="402218672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0" y="5504688"/>
            <a:ext cx="5902657" cy="1353312"/>
          </a:xfrm>
        </p:spPr>
        <p:txBody>
          <a:bodyPr anchor="b">
            <a:normAutofit/>
          </a:bodyPr>
          <a:lstStyle>
            <a:lvl1pPr>
              <a:lnSpc>
                <a:spcPct val="120000"/>
              </a:lnSpc>
              <a:defRPr sz="2000" b="0" spc="0" baseline="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54591" y="-156950"/>
            <a:ext cx="5957248" cy="4510586"/>
          </a:xfrm>
        </p:spPr>
        <p:txBody>
          <a:bodyPr anchor="t">
            <a:normAutofit/>
          </a:bodyPr>
          <a:lstStyle>
            <a:lvl1pPr marL="0" indent="0">
              <a:lnSpc>
                <a:spcPct val="90000"/>
              </a:lnSpc>
              <a:spcBef>
                <a:spcPts val="0"/>
              </a:spcBef>
              <a:buNone/>
              <a:defRPr sz="15000" b="0" i="0">
                <a:solidFill>
                  <a:schemeClr val="tx1"/>
                </a:solidFill>
                <a:latin typeface="+mj-lt"/>
              </a:defRPr>
            </a:lvl1pPr>
          </a:lstStyle>
          <a:p>
            <a:pPr lvl="0"/>
            <a:r>
              <a:rPr lang="en-US" dirty="0"/>
              <a:t>##%</a:t>
            </a:r>
          </a:p>
        </p:txBody>
      </p:sp>
      <p:pic>
        <p:nvPicPr>
          <p:cNvPr id="6" name="Graphic 5">
            <a:extLst>
              <a:ext uri="{FF2B5EF4-FFF2-40B4-BE49-F238E27FC236}">
                <a16:creationId xmlns:a16="http://schemas.microsoft.com/office/drawing/2014/main" id="{BB98C21E-A9AF-D3FB-3F6A-06088553C6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110101" y="5852160"/>
            <a:ext cx="1005840" cy="1005840"/>
          </a:xfrm>
          <a:prstGeom prst="rect">
            <a:avLst/>
          </a:prstGeom>
        </p:spPr>
      </p:pic>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762793" y="100701"/>
            <a:ext cx="429207" cy="365125"/>
          </a:xfrm>
        </p:spPr>
        <p:txBody>
          <a:bodyPr/>
          <a:lstStyle/>
          <a:p>
            <a:fld id="{CD9F69EF-EA9E-43DD-B5BF-8C99E9B3930B}" type="slidenum">
              <a:rPr lang="en-IN" smtClean="0"/>
              <a:t>‹#›</a:t>
            </a:fld>
            <a:endParaRPr lang="en-IN"/>
          </a:p>
        </p:txBody>
      </p:sp>
    </p:spTree>
    <p:extLst>
      <p:ext uri="{BB962C8B-B14F-4D97-AF65-F5344CB8AC3E}">
        <p14:creationId xmlns:p14="http://schemas.microsoft.com/office/powerpoint/2010/main" val="139494110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005840"/>
          </a:xfrm>
        </p:spPr>
        <p:txBody>
          <a:bodyPr/>
          <a:lstStyle/>
          <a:p>
            <a:r>
              <a:rPr lang="en-US"/>
              <a:t>Click to edit Master title style</a:t>
            </a:r>
          </a:p>
        </p:txBody>
      </p:sp>
      <p:pic>
        <p:nvPicPr>
          <p:cNvPr id="3" name="Graphic 2">
            <a:extLst>
              <a:ext uri="{FF2B5EF4-FFF2-40B4-BE49-F238E27FC236}">
                <a16:creationId xmlns:a16="http://schemas.microsoft.com/office/drawing/2014/main" id="{832976E3-E745-9DF8-C3E3-53A778D9502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096453" y="5852160"/>
            <a:ext cx="1005840" cy="1005840"/>
          </a:xfrm>
          <a:prstGeom prst="rect">
            <a:avLst/>
          </a:prstGeom>
        </p:spPr>
      </p:pic>
      <p:sp>
        <p:nvSpPr>
          <p:cNvPr id="12" name="Footer Placeholder 11">
            <a:extLst>
              <a:ext uri="{FF2B5EF4-FFF2-40B4-BE49-F238E27FC236}">
                <a16:creationId xmlns:a16="http://schemas.microsoft.com/office/drawing/2014/main" id="{6F777942-A24A-16CB-2115-A16E397BBB01}"/>
              </a:ext>
            </a:extLst>
          </p:cNvPr>
          <p:cNvSpPr>
            <a:spLocks noGrp="1"/>
          </p:cNvSpPr>
          <p:nvPr>
            <p:ph type="ftr" sz="quarter" idx="15"/>
          </p:nvPr>
        </p:nvSpPr>
        <p:spPr/>
        <p:txBody>
          <a:bodyPr/>
          <a:lstStyle/>
          <a:p>
            <a:endParaRPr lang="en-IN"/>
          </a:p>
        </p:txBody>
      </p:sp>
      <p:sp>
        <p:nvSpPr>
          <p:cNvPr id="11" name="Date Placeholder 10">
            <a:extLst>
              <a:ext uri="{FF2B5EF4-FFF2-40B4-BE49-F238E27FC236}">
                <a16:creationId xmlns:a16="http://schemas.microsoft.com/office/drawing/2014/main" id="{91D0C3F1-69CA-2A45-33F7-9AF4B8FFEDBC}"/>
              </a:ext>
            </a:extLst>
          </p:cNvPr>
          <p:cNvSpPr>
            <a:spLocks noGrp="1"/>
          </p:cNvSpPr>
          <p:nvPr>
            <p:ph type="dt" sz="half" idx="14"/>
          </p:nvPr>
        </p:nvSpPr>
        <p:spPr/>
        <p:txBody>
          <a:bodyPr/>
          <a:lstStyle/>
          <a:p>
            <a:fld id="{7DF64D8B-4A8F-4610-A42C-2E4B99CCA041}" type="datetimeFigureOut">
              <a:rPr lang="en-IN" smtClean="0"/>
              <a:t>11/10/26</a:t>
            </a:fld>
            <a:endParaRPr lang="en-IN"/>
          </a:p>
        </p:txBody>
      </p:sp>
      <p:sp>
        <p:nvSpPr>
          <p:cNvPr id="13" name="Slide Number Placeholder 12">
            <a:extLst>
              <a:ext uri="{FF2B5EF4-FFF2-40B4-BE49-F238E27FC236}">
                <a16:creationId xmlns:a16="http://schemas.microsoft.com/office/drawing/2014/main" id="{8DB65802-3866-05DF-F96B-15A117F7C76C}"/>
              </a:ext>
            </a:extLst>
          </p:cNvPr>
          <p:cNvSpPr>
            <a:spLocks noGrp="1"/>
          </p:cNvSpPr>
          <p:nvPr>
            <p:ph type="sldNum" sz="quarter" idx="16"/>
          </p:nvPr>
        </p:nvSpPr>
        <p:spPr/>
        <p:txBody>
          <a:bodyPr/>
          <a:lstStyle/>
          <a:p>
            <a:fld id="{CD9F69EF-EA9E-43DD-B5BF-8C99E9B3930B}" type="slidenum">
              <a:rPr lang="en-IN" smtClean="0"/>
              <a:t>‹#›</a:t>
            </a:fld>
            <a:endParaRPr lang="en-IN"/>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7470" y="1016759"/>
            <a:ext cx="10082693" cy="5841242"/>
          </a:xfrm>
        </p:spPr>
        <p:txBody>
          <a:bodyPr anchor="b" anchorCtr="0">
            <a:noAutofit/>
          </a:bodyPr>
          <a:lstStyle>
            <a:lvl1pPr marL="0" indent="0">
              <a:lnSpc>
                <a:spcPct val="80000"/>
              </a:lnSpc>
              <a:buNone/>
              <a:defRPr sz="5600" b="0" spc="-200" baseline="0"/>
            </a:lvl1pPr>
            <a:lvl2pPr marL="228600" indent="0">
              <a:lnSpc>
                <a:spcPct val="80000"/>
              </a:lnSpc>
              <a:buNone/>
              <a:defRPr sz="5600" b="0" spc="-200" baseline="0"/>
            </a:lvl2pPr>
            <a:lvl3pPr marL="457200" indent="0">
              <a:lnSpc>
                <a:spcPct val="80000"/>
              </a:lnSpc>
              <a:buNone/>
              <a:defRPr sz="5600" b="0" spc="-200" baseline="0"/>
            </a:lvl3pPr>
            <a:lvl4pPr marL="685800" indent="0">
              <a:lnSpc>
                <a:spcPct val="80000"/>
              </a:lnSpc>
              <a:buNone/>
              <a:defRPr sz="5600" b="0" spc="-200" baseline="0"/>
            </a:lvl4pPr>
            <a:lvl5pPr marL="914400" indent="0">
              <a:lnSpc>
                <a:spcPct val="80000"/>
              </a:lnSpc>
              <a:buNone/>
              <a:defRPr sz="5600" b="0" spc="-200" baseline="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5887433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5DC095FD-8C32-C2DB-3F1D-105AFD1518B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083347" y="5852160"/>
            <a:ext cx="1005840" cy="1005840"/>
          </a:xfrm>
          <a:prstGeom prst="rect">
            <a:avLst/>
          </a:prstGeom>
        </p:spPr>
      </p:pic>
      <p:sp>
        <p:nvSpPr>
          <p:cNvPr id="4" name="Title 1">
            <a:extLst>
              <a:ext uri="{FF2B5EF4-FFF2-40B4-BE49-F238E27FC236}">
                <a16:creationId xmlns:a16="http://schemas.microsoft.com/office/drawing/2014/main" id="{CA0FBB42-F049-CCA6-45E1-D60DC58A76F0}"/>
              </a:ext>
            </a:extLst>
          </p:cNvPr>
          <p:cNvSpPr>
            <a:spLocks noGrp="1"/>
          </p:cNvSpPr>
          <p:nvPr>
            <p:ph type="title" hasCustomPrompt="1"/>
          </p:nvPr>
        </p:nvSpPr>
        <p:spPr>
          <a:xfrm>
            <a:off x="-1" y="5899926"/>
            <a:ext cx="5902657" cy="958073"/>
          </a:xfrm>
        </p:spPr>
        <p:txBody>
          <a:bodyPr anchor="b">
            <a:normAutofit/>
          </a:bodyPr>
          <a:lstStyle>
            <a:lvl1pPr>
              <a:lnSpc>
                <a:spcPct val="80000"/>
              </a:lnSpc>
              <a:defRPr sz="2000" spc="0" baseline="0">
                <a:solidFill>
                  <a:schemeClr val="tx1"/>
                </a:solidFill>
                <a:latin typeface="+mn-lt"/>
              </a:defRPr>
            </a:lvl1pPr>
          </a:lstStyle>
          <a:p>
            <a:r>
              <a:rPr lang="en-US" dirty="0"/>
              <a:t>Quote Author</a:t>
            </a:r>
          </a:p>
        </p:txBody>
      </p:sp>
      <p:sp>
        <p:nvSpPr>
          <p:cNvPr id="5" name="Content Placeholder 6">
            <a:extLst>
              <a:ext uri="{FF2B5EF4-FFF2-40B4-BE49-F238E27FC236}">
                <a16:creationId xmlns:a16="http://schemas.microsoft.com/office/drawing/2014/main" id="{2B5E50A9-B175-CA38-A22A-468AE7533B54}"/>
              </a:ext>
            </a:extLst>
          </p:cNvPr>
          <p:cNvSpPr>
            <a:spLocks noGrp="1"/>
          </p:cNvSpPr>
          <p:nvPr>
            <p:ph sz="quarter" idx="13" hasCustomPrompt="1"/>
          </p:nvPr>
        </p:nvSpPr>
        <p:spPr>
          <a:xfrm>
            <a:off x="-18288" y="95534"/>
            <a:ext cx="8961120" cy="4476466"/>
          </a:xfrm>
        </p:spPr>
        <p:txBody>
          <a:bodyPr anchor="t">
            <a:normAutofit/>
          </a:bodyPr>
          <a:lstStyle>
            <a:lvl1pPr marL="164592" indent="-164592">
              <a:lnSpc>
                <a:spcPct val="80000"/>
              </a:lnSpc>
              <a:spcBef>
                <a:spcPts val="0"/>
              </a:spcBef>
              <a:buNone/>
              <a:defRPr sz="5600" spc="-200" baseline="0">
                <a:solidFill>
                  <a:schemeClr val="tx1"/>
                </a:solidFill>
                <a:latin typeface="+mj-lt"/>
              </a:defRPr>
            </a:lvl1pPr>
          </a:lstStyle>
          <a:p>
            <a:pPr lvl="0"/>
            <a:r>
              <a:rPr lang="en-US" dirty="0"/>
              <a:t>Click to add Quote</a:t>
            </a:r>
          </a:p>
        </p:txBody>
      </p:sp>
      <p:sp>
        <p:nvSpPr>
          <p:cNvPr id="8" name="Slide Number Placeholder 9">
            <a:extLst>
              <a:ext uri="{FF2B5EF4-FFF2-40B4-BE49-F238E27FC236}">
                <a16:creationId xmlns:a16="http://schemas.microsoft.com/office/drawing/2014/main" id="{84D7E47A-F89A-8F43-C300-185AD1461C07}"/>
              </a:ext>
            </a:extLst>
          </p:cNvPr>
          <p:cNvSpPr>
            <a:spLocks noGrp="1"/>
          </p:cNvSpPr>
          <p:nvPr>
            <p:ph type="sldNum" sz="quarter" idx="16"/>
          </p:nvPr>
        </p:nvSpPr>
        <p:spPr>
          <a:xfrm>
            <a:off x="11762793" y="110364"/>
            <a:ext cx="429207" cy="365125"/>
          </a:xfrm>
        </p:spPr>
        <p:txBody>
          <a:bodyPr/>
          <a:lstStyle/>
          <a:p>
            <a:fld id="{CD9F69EF-EA9E-43DD-B5BF-8C99E9B3930B}" type="slidenum">
              <a:rPr lang="en-IN" smtClean="0"/>
              <a:t>‹#›</a:t>
            </a:fld>
            <a:endParaRPr lang="en-IN"/>
          </a:p>
        </p:txBody>
      </p:sp>
      <p:sp>
        <p:nvSpPr>
          <p:cNvPr id="10" name="Footer Placeholder 3">
            <a:extLst>
              <a:ext uri="{FF2B5EF4-FFF2-40B4-BE49-F238E27FC236}">
                <a16:creationId xmlns:a16="http://schemas.microsoft.com/office/drawing/2014/main" id="{1CA01B7F-0CDC-9F0A-6B3B-A87674D14D6B}"/>
              </a:ext>
            </a:extLst>
          </p:cNvPr>
          <p:cNvSpPr>
            <a:spLocks noGrp="1"/>
          </p:cNvSpPr>
          <p:nvPr>
            <p:ph type="ftr" sz="quarter" idx="17"/>
          </p:nvPr>
        </p:nvSpPr>
        <p:spPr>
          <a:xfrm>
            <a:off x="6193030" y="6392564"/>
            <a:ext cx="3104866" cy="365125"/>
          </a:xfrm>
        </p:spPr>
        <p:txBody>
          <a:bodyPr anchor="b"/>
          <a:lstStyle/>
          <a:p>
            <a:endParaRPr lang="en-IN"/>
          </a:p>
        </p:txBody>
      </p:sp>
    </p:spTree>
    <p:extLst>
      <p:ext uri="{BB962C8B-B14F-4D97-AF65-F5344CB8AC3E}">
        <p14:creationId xmlns:p14="http://schemas.microsoft.com/office/powerpoint/2010/main" val="349960786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A74F0-5415-CAD7-98B3-4A75913F44B5}"/>
              </a:ext>
            </a:extLst>
          </p:cNvPr>
          <p:cNvSpPr>
            <a:spLocks noGrp="1"/>
          </p:cNvSpPr>
          <p:nvPr>
            <p:ph type="title"/>
          </p:nvPr>
        </p:nvSpPr>
        <p:spPr>
          <a:xfrm>
            <a:off x="512064" y="987552"/>
            <a:ext cx="3465576" cy="2944368"/>
          </a:xfr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5151E178-0505-15CE-6ACB-7BE1FB1E52EC}"/>
              </a:ext>
            </a:extLst>
          </p:cNvPr>
          <p:cNvSpPr>
            <a:spLocks noGrp="1"/>
          </p:cNvSpPr>
          <p:nvPr>
            <p:ph type="ftr" sz="quarter" idx="11"/>
          </p:nvPr>
        </p:nvSpPr>
        <p:spPr>
          <a:xfrm>
            <a:off x="530353" y="110364"/>
            <a:ext cx="3474720" cy="365125"/>
          </a:xfrm>
        </p:spPr>
        <p:txBody>
          <a:bodyPr/>
          <a:lstStyle/>
          <a:p>
            <a:endParaRPr lang="en-IN"/>
          </a:p>
        </p:txBody>
      </p:sp>
      <p:sp>
        <p:nvSpPr>
          <p:cNvPr id="3" name="Date Placeholder 2">
            <a:extLst>
              <a:ext uri="{FF2B5EF4-FFF2-40B4-BE49-F238E27FC236}">
                <a16:creationId xmlns:a16="http://schemas.microsoft.com/office/drawing/2014/main" id="{9B82246E-2BFA-5BAA-F22D-A2618C05A0B2}"/>
              </a:ext>
            </a:extLst>
          </p:cNvPr>
          <p:cNvSpPr>
            <a:spLocks noGrp="1"/>
          </p:cNvSpPr>
          <p:nvPr>
            <p:ph type="dt" sz="half" idx="10"/>
          </p:nvPr>
        </p:nvSpPr>
        <p:spPr>
          <a:xfrm>
            <a:off x="4315968" y="104576"/>
            <a:ext cx="4836883" cy="365125"/>
          </a:xfrm>
        </p:spPr>
        <p:txBody>
          <a:bodyPr/>
          <a:lstStyle/>
          <a:p>
            <a:fld id="{7DF64D8B-4A8F-4610-A42C-2E4B99CCA041}" type="datetimeFigureOut">
              <a:rPr lang="en-IN" smtClean="0"/>
              <a:t>11/10/26</a:t>
            </a:fld>
            <a:endParaRPr lang="en-IN"/>
          </a:p>
        </p:txBody>
      </p:sp>
      <p:sp>
        <p:nvSpPr>
          <p:cNvPr id="5" name="Slide Number Placeholder 4">
            <a:extLst>
              <a:ext uri="{FF2B5EF4-FFF2-40B4-BE49-F238E27FC236}">
                <a16:creationId xmlns:a16="http://schemas.microsoft.com/office/drawing/2014/main" id="{BD4BA02B-433E-FB95-6E96-11393CDBD0CB}"/>
              </a:ext>
            </a:extLst>
          </p:cNvPr>
          <p:cNvSpPr>
            <a:spLocks noGrp="1"/>
          </p:cNvSpPr>
          <p:nvPr>
            <p:ph type="sldNum" sz="quarter" idx="12"/>
          </p:nvPr>
        </p:nvSpPr>
        <p:spPr/>
        <p:txBody>
          <a:bodyPr/>
          <a:lstStyle/>
          <a:p>
            <a:fld id="{CD9F69EF-EA9E-43DD-B5BF-8C99E9B3930B}" type="slidenum">
              <a:rPr lang="en-IN" smtClean="0"/>
              <a:t>‹#›</a:t>
            </a:fld>
            <a:endParaRPr lang="en-IN"/>
          </a:p>
        </p:txBody>
      </p:sp>
      <p:sp>
        <p:nvSpPr>
          <p:cNvPr id="8" name="Content Placeholder 3">
            <a:extLst>
              <a:ext uri="{FF2B5EF4-FFF2-40B4-BE49-F238E27FC236}">
                <a16:creationId xmlns:a16="http://schemas.microsoft.com/office/drawing/2014/main" id="{F74B4B98-ABA0-9FD3-485A-984EDEEB4469}"/>
              </a:ext>
            </a:extLst>
          </p:cNvPr>
          <p:cNvSpPr>
            <a:spLocks noGrp="1"/>
          </p:cNvSpPr>
          <p:nvPr>
            <p:ph sz="quarter" idx="17"/>
          </p:nvPr>
        </p:nvSpPr>
        <p:spPr>
          <a:xfrm>
            <a:off x="4315966" y="987552"/>
            <a:ext cx="7446825" cy="25603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9">
            <a:extLst>
              <a:ext uri="{FF2B5EF4-FFF2-40B4-BE49-F238E27FC236}">
                <a16:creationId xmlns:a16="http://schemas.microsoft.com/office/drawing/2014/main" id="{3822067E-4B47-03C7-3636-0C6F8324E1E9}"/>
              </a:ext>
            </a:extLst>
          </p:cNvPr>
          <p:cNvSpPr>
            <a:spLocks noGrp="1"/>
          </p:cNvSpPr>
          <p:nvPr>
            <p:ph sz="quarter" idx="18"/>
          </p:nvPr>
        </p:nvSpPr>
        <p:spPr>
          <a:xfrm>
            <a:off x="4315967" y="3931920"/>
            <a:ext cx="7446824" cy="25603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8074050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F29C1-2D4D-0529-EAD3-926838F41BF8}"/>
              </a:ext>
            </a:extLst>
          </p:cNvPr>
          <p:cNvSpPr>
            <a:spLocks noGrp="1"/>
          </p:cNvSpPr>
          <p:nvPr>
            <p:ph type="title"/>
          </p:nvPr>
        </p:nvSpPr>
        <p:spPr>
          <a:xfrm>
            <a:off x="512064" y="630936"/>
            <a:ext cx="11018520" cy="1088358"/>
          </a:xfr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9A6A1D5A-FFC5-5F10-90D2-A3FBCC3129EF}"/>
              </a:ext>
            </a:extLst>
          </p:cNvPr>
          <p:cNvSpPr>
            <a:spLocks noGrp="1"/>
          </p:cNvSpPr>
          <p:nvPr>
            <p:ph type="ftr" sz="quarter" idx="11"/>
          </p:nvPr>
        </p:nvSpPr>
        <p:spPr>
          <a:xfrm>
            <a:off x="530352" y="110364"/>
            <a:ext cx="5276852" cy="365125"/>
          </a:xfrm>
        </p:spPr>
        <p:txBody>
          <a:bodyPr/>
          <a:lstStyle/>
          <a:p>
            <a:endParaRPr lang="en-IN"/>
          </a:p>
        </p:txBody>
      </p:sp>
      <p:sp>
        <p:nvSpPr>
          <p:cNvPr id="3" name="Date Placeholder 2">
            <a:extLst>
              <a:ext uri="{FF2B5EF4-FFF2-40B4-BE49-F238E27FC236}">
                <a16:creationId xmlns:a16="http://schemas.microsoft.com/office/drawing/2014/main" id="{FE1BD63D-FC9C-D946-5560-869AEDE315EA}"/>
              </a:ext>
            </a:extLst>
          </p:cNvPr>
          <p:cNvSpPr>
            <a:spLocks noGrp="1"/>
          </p:cNvSpPr>
          <p:nvPr>
            <p:ph type="dt" sz="half" idx="10"/>
          </p:nvPr>
        </p:nvSpPr>
        <p:spPr>
          <a:xfrm>
            <a:off x="6190488" y="104576"/>
            <a:ext cx="4836883" cy="365125"/>
          </a:xfrm>
        </p:spPr>
        <p:txBody>
          <a:bodyPr/>
          <a:lstStyle/>
          <a:p>
            <a:fld id="{7DF64D8B-4A8F-4610-A42C-2E4B99CCA041}" type="datetimeFigureOut">
              <a:rPr lang="en-IN" smtClean="0"/>
              <a:t>11/10/26</a:t>
            </a:fld>
            <a:endParaRPr lang="en-IN"/>
          </a:p>
        </p:txBody>
      </p:sp>
      <p:sp>
        <p:nvSpPr>
          <p:cNvPr id="5" name="Slide Number Placeholder 4">
            <a:extLst>
              <a:ext uri="{FF2B5EF4-FFF2-40B4-BE49-F238E27FC236}">
                <a16:creationId xmlns:a16="http://schemas.microsoft.com/office/drawing/2014/main" id="{822EF08D-93E2-AF7A-F559-DDB0B35B8781}"/>
              </a:ext>
            </a:extLst>
          </p:cNvPr>
          <p:cNvSpPr>
            <a:spLocks noGrp="1"/>
          </p:cNvSpPr>
          <p:nvPr>
            <p:ph type="sldNum" sz="quarter" idx="12"/>
          </p:nvPr>
        </p:nvSpPr>
        <p:spPr/>
        <p:txBody>
          <a:bodyPr/>
          <a:lstStyle/>
          <a:p>
            <a:fld id="{CD9F69EF-EA9E-43DD-B5BF-8C99E9B3930B}" type="slidenum">
              <a:rPr lang="en-IN" smtClean="0"/>
              <a:t>‹#›</a:t>
            </a:fld>
            <a:endParaRPr lang="en-IN"/>
          </a:p>
        </p:txBody>
      </p:sp>
      <p:sp>
        <p:nvSpPr>
          <p:cNvPr id="6" name="Text Placeholder 2">
            <a:extLst>
              <a:ext uri="{FF2B5EF4-FFF2-40B4-BE49-F238E27FC236}">
                <a16:creationId xmlns:a16="http://schemas.microsoft.com/office/drawing/2014/main" id="{148CB9E0-8B46-6608-0C37-7C5ABA9B47A8}"/>
              </a:ext>
            </a:extLst>
          </p:cNvPr>
          <p:cNvSpPr>
            <a:spLocks noGrp="1"/>
          </p:cNvSpPr>
          <p:nvPr>
            <p:ph type="body" idx="1"/>
          </p:nvPr>
        </p:nvSpPr>
        <p:spPr>
          <a:xfrm>
            <a:off x="530352" y="2286000"/>
            <a:ext cx="5184648" cy="534033"/>
          </a:xfrm>
        </p:spPr>
        <p:txBody>
          <a:bodyPr/>
          <a:lstStyle/>
          <a:p>
            <a:endParaRPr lang="en-US" dirty="0"/>
          </a:p>
        </p:txBody>
      </p:sp>
      <p:sp>
        <p:nvSpPr>
          <p:cNvPr id="10" name="Content Placeholder 5">
            <a:extLst>
              <a:ext uri="{FF2B5EF4-FFF2-40B4-BE49-F238E27FC236}">
                <a16:creationId xmlns:a16="http://schemas.microsoft.com/office/drawing/2014/main" id="{C2C05A59-CCEE-1225-7022-B1DA682C7041}"/>
              </a:ext>
            </a:extLst>
          </p:cNvPr>
          <p:cNvSpPr>
            <a:spLocks noGrp="1"/>
          </p:cNvSpPr>
          <p:nvPr>
            <p:ph sz="quarter" idx="17"/>
          </p:nvPr>
        </p:nvSpPr>
        <p:spPr>
          <a:xfrm>
            <a:off x="530351" y="2980943"/>
            <a:ext cx="5183188" cy="35861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4">
            <a:extLst>
              <a:ext uri="{FF2B5EF4-FFF2-40B4-BE49-F238E27FC236}">
                <a16:creationId xmlns:a16="http://schemas.microsoft.com/office/drawing/2014/main" id="{86471C19-5F51-6595-B72A-4BFC1E553DC0}"/>
              </a:ext>
            </a:extLst>
          </p:cNvPr>
          <p:cNvSpPr>
            <a:spLocks noGrp="1"/>
          </p:cNvSpPr>
          <p:nvPr>
            <p:ph type="body" sz="quarter" idx="3"/>
          </p:nvPr>
        </p:nvSpPr>
        <p:spPr>
          <a:xfrm>
            <a:off x="6190488" y="2286000"/>
            <a:ext cx="5183188" cy="534033"/>
          </a:xfrm>
        </p:spPr>
        <p:txBody>
          <a:bodyPr/>
          <a:lstStyle/>
          <a:p>
            <a:endParaRPr lang="en-US" dirty="0"/>
          </a:p>
        </p:txBody>
      </p:sp>
      <p:sp>
        <p:nvSpPr>
          <p:cNvPr id="11" name="Content Placeholder 11">
            <a:extLst>
              <a:ext uri="{FF2B5EF4-FFF2-40B4-BE49-F238E27FC236}">
                <a16:creationId xmlns:a16="http://schemas.microsoft.com/office/drawing/2014/main" id="{0AB20C10-A144-EF5E-8276-7E736CE87590}"/>
              </a:ext>
            </a:extLst>
          </p:cNvPr>
          <p:cNvSpPr>
            <a:spLocks noGrp="1"/>
          </p:cNvSpPr>
          <p:nvPr>
            <p:ph sz="quarter" idx="18"/>
          </p:nvPr>
        </p:nvSpPr>
        <p:spPr>
          <a:xfrm>
            <a:off x="6190488" y="2980944"/>
            <a:ext cx="5183188" cy="358611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6565163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6D1F904E-1F4C-373E-2E2B-D7478F70F195}"/>
              </a:ext>
            </a:extLst>
          </p:cNvPr>
          <p:cNvSpPr>
            <a:spLocks noGrp="1"/>
          </p:cNvSpPr>
          <p:nvPr>
            <p:ph type="title"/>
          </p:nvPr>
        </p:nvSpPr>
        <p:spPr>
          <a:xfrm>
            <a:off x="502920" y="644663"/>
            <a:ext cx="11045952" cy="1088358"/>
          </a:xfr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a:xfrm>
            <a:off x="530352" y="109728"/>
            <a:ext cx="5276852" cy="365125"/>
          </a:xfrm>
        </p:spPr>
        <p:txBody>
          <a:bodyPr/>
          <a:lstStyle/>
          <a:p>
            <a:endParaRPr lang="en-IN"/>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7DF64D8B-4A8F-4610-A42C-2E4B99CCA041}" type="datetimeFigureOut">
              <a:rPr lang="en-IN" smtClean="0"/>
              <a:t>11/10/26</a:t>
            </a:fld>
            <a:endParaRPr lang="en-IN"/>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a:xfrm>
            <a:off x="11231928" y="110364"/>
            <a:ext cx="429207" cy="365125"/>
          </a:xfrm>
        </p:spPr>
        <p:txBody>
          <a:bodyPr/>
          <a:lstStyle/>
          <a:p>
            <a:fld id="{CD9F69EF-EA9E-43DD-B5BF-8C99E9B3930B}" type="slidenum">
              <a:rPr lang="en-IN" smtClean="0"/>
              <a:t>‹#›</a:t>
            </a:fld>
            <a:endParaRPr lang="en-IN"/>
          </a:p>
        </p:txBody>
      </p:sp>
    </p:spTree>
    <p:extLst>
      <p:ext uri="{BB962C8B-B14F-4D97-AF65-F5344CB8AC3E}">
        <p14:creationId xmlns:p14="http://schemas.microsoft.com/office/powerpoint/2010/main" val="250548080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1AD1B27E-1142-7BB8-1DE8-D31FA8AA8F10}"/>
              </a:ext>
            </a:extLst>
          </p:cNvPr>
          <p:cNvSpPr>
            <a:spLocks noGrp="1"/>
          </p:cNvSpPr>
          <p:nvPr>
            <p:ph type="ftr" sz="quarter" idx="11"/>
          </p:nvPr>
        </p:nvSpPr>
        <p:spPr>
          <a:xfrm>
            <a:off x="0" y="100701"/>
            <a:ext cx="5898630" cy="365125"/>
          </a:xfrm>
        </p:spPr>
        <p:txBody>
          <a:bodyPr/>
          <a:lstStyle/>
          <a:p>
            <a:endParaRPr lang="en-IN"/>
          </a:p>
        </p:txBody>
      </p:sp>
      <p:sp>
        <p:nvSpPr>
          <p:cNvPr id="5" name="Date Placeholder 3">
            <a:extLst>
              <a:ext uri="{FF2B5EF4-FFF2-40B4-BE49-F238E27FC236}">
                <a16:creationId xmlns:a16="http://schemas.microsoft.com/office/drawing/2014/main" id="{D900E2BC-FCC7-E994-4648-A42CDE518612}"/>
              </a:ext>
            </a:extLst>
          </p:cNvPr>
          <p:cNvSpPr>
            <a:spLocks noGrp="1"/>
          </p:cNvSpPr>
          <p:nvPr>
            <p:ph type="dt" sz="half" idx="10"/>
          </p:nvPr>
        </p:nvSpPr>
        <p:spPr>
          <a:xfrm>
            <a:off x="6217920" y="100701"/>
            <a:ext cx="5332001" cy="365125"/>
          </a:xfrm>
        </p:spPr>
        <p:txBody>
          <a:bodyPr/>
          <a:lstStyle/>
          <a:p>
            <a:fld id="{7DF64D8B-4A8F-4610-A42C-2E4B99CCA041}" type="datetimeFigureOut">
              <a:rPr lang="en-IN" smtClean="0"/>
              <a:t>11/10/26</a:t>
            </a:fld>
            <a:endParaRPr lang="en-IN"/>
          </a:p>
        </p:txBody>
      </p:sp>
      <p:sp>
        <p:nvSpPr>
          <p:cNvPr id="7" name="Slide Number Placeholder 5">
            <a:extLst>
              <a:ext uri="{FF2B5EF4-FFF2-40B4-BE49-F238E27FC236}">
                <a16:creationId xmlns:a16="http://schemas.microsoft.com/office/drawing/2014/main" id="{9E211A59-CFA8-A0B1-4A4C-E446F90726C5}"/>
              </a:ext>
            </a:extLst>
          </p:cNvPr>
          <p:cNvSpPr>
            <a:spLocks noGrp="1"/>
          </p:cNvSpPr>
          <p:nvPr>
            <p:ph type="sldNum" sz="quarter" idx="12"/>
          </p:nvPr>
        </p:nvSpPr>
        <p:spPr>
          <a:xfrm>
            <a:off x="11762793" y="100701"/>
            <a:ext cx="429207" cy="365125"/>
          </a:xfrm>
        </p:spPr>
        <p:txBody>
          <a:bodyPr/>
          <a:lstStyle/>
          <a:p>
            <a:fld id="{CD9F69EF-EA9E-43DD-B5BF-8C99E9B3930B}" type="slidenum">
              <a:rPr lang="en-IN" smtClean="0"/>
              <a:t>‹#›</a:t>
            </a:fld>
            <a:endParaRPr lang="en-IN"/>
          </a:p>
        </p:txBody>
      </p:sp>
    </p:spTree>
    <p:extLst>
      <p:ext uri="{BB962C8B-B14F-4D97-AF65-F5344CB8AC3E}">
        <p14:creationId xmlns:p14="http://schemas.microsoft.com/office/powerpoint/2010/main" val="78918491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45926" y="655093"/>
            <a:ext cx="10982409" cy="1528549"/>
          </a:xfrm>
        </p:spPr>
        <p:txBody>
          <a:bodyPr anchor="t">
            <a:noAutofit/>
          </a:bodyPr>
          <a:lstStyle>
            <a:lvl1pPr>
              <a:defRPr sz="5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45926" y="2497540"/>
            <a:ext cx="10982409" cy="3384645"/>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5">
            <a:extLst>
              <a:ext uri="{FF2B5EF4-FFF2-40B4-BE49-F238E27FC236}">
                <a16:creationId xmlns:a16="http://schemas.microsoft.com/office/drawing/2014/main" id="{BD7A9B30-35AB-D437-5276-473CFE5169DF}"/>
              </a:ext>
            </a:extLst>
          </p:cNvPr>
          <p:cNvSpPr>
            <a:spLocks noGrp="1"/>
          </p:cNvSpPr>
          <p:nvPr>
            <p:ph type="ftr" sz="quarter" idx="16"/>
          </p:nvPr>
        </p:nvSpPr>
        <p:spPr>
          <a:xfrm>
            <a:off x="545926" y="6438284"/>
            <a:ext cx="5276852" cy="365125"/>
          </a:xfrm>
        </p:spPr>
        <p:txBody>
          <a:bodyPr/>
          <a:lstStyle/>
          <a:p>
            <a:endParaRPr lang="en-IN"/>
          </a:p>
        </p:txBody>
      </p:sp>
      <p:sp>
        <p:nvSpPr>
          <p:cNvPr id="4" name="Date Placeholder 4">
            <a:extLst>
              <a:ext uri="{FF2B5EF4-FFF2-40B4-BE49-F238E27FC236}">
                <a16:creationId xmlns:a16="http://schemas.microsoft.com/office/drawing/2014/main" id="{0D033E8C-C8B6-A9F1-6B99-0610AEC435CB}"/>
              </a:ext>
            </a:extLst>
          </p:cNvPr>
          <p:cNvSpPr>
            <a:spLocks noGrp="1"/>
          </p:cNvSpPr>
          <p:nvPr>
            <p:ph type="dt" sz="half" idx="15"/>
          </p:nvPr>
        </p:nvSpPr>
        <p:spPr>
          <a:xfrm>
            <a:off x="6190488" y="6432496"/>
            <a:ext cx="2544079" cy="365125"/>
          </a:xfrm>
        </p:spPr>
        <p:txBody>
          <a:bodyPr/>
          <a:lstStyle/>
          <a:p>
            <a:fld id="{7DF64D8B-4A8F-4610-A42C-2E4B99CCA041}" type="datetimeFigureOut">
              <a:rPr lang="en-IN" smtClean="0"/>
              <a:t>11/10/26</a:t>
            </a:fld>
            <a:endParaRPr lang="en-IN"/>
          </a:p>
        </p:txBody>
      </p:sp>
      <p:sp>
        <p:nvSpPr>
          <p:cNvPr id="6" name="Slide Number Placeholder 6">
            <a:extLst>
              <a:ext uri="{FF2B5EF4-FFF2-40B4-BE49-F238E27FC236}">
                <a16:creationId xmlns:a16="http://schemas.microsoft.com/office/drawing/2014/main" id="{09C00759-43C5-D4A5-6597-C9F31C4DA2AA}"/>
              </a:ext>
            </a:extLst>
          </p:cNvPr>
          <p:cNvSpPr>
            <a:spLocks noGrp="1"/>
          </p:cNvSpPr>
          <p:nvPr>
            <p:ph type="sldNum" sz="quarter" idx="17"/>
          </p:nvPr>
        </p:nvSpPr>
        <p:spPr>
          <a:xfrm>
            <a:off x="11099128" y="6438284"/>
            <a:ext cx="429207" cy="365125"/>
          </a:xfrm>
        </p:spPr>
        <p:txBody>
          <a:bodyPr/>
          <a:lstStyle/>
          <a:p>
            <a:fld id="{CD9F69EF-EA9E-43DD-B5BF-8C99E9B3930B}" type="slidenum">
              <a:rPr lang="en-IN" smtClean="0"/>
              <a:t>‹#›</a:t>
            </a:fld>
            <a:endParaRPr lang="en-IN"/>
          </a:p>
        </p:txBody>
      </p:sp>
    </p:spTree>
    <p:extLst>
      <p:ext uri="{BB962C8B-B14F-4D97-AF65-F5344CB8AC3E}">
        <p14:creationId xmlns:p14="http://schemas.microsoft.com/office/powerpoint/2010/main" val="883492806"/>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18615" y="2883090"/>
            <a:ext cx="7741851" cy="1842020"/>
          </a:xfrm>
        </p:spPr>
        <p:txBody>
          <a:bodyPr anchor="b">
            <a:noAutofit/>
          </a:bodyPr>
          <a:lstStyle>
            <a:lvl1pPr>
              <a:defRPr sz="5600"/>
            </a:lvl1pPr>
          </a:lstStyle>
          <a:p>
            <a:r>
              <a:rPr lang="en-US"/>
              <a:t>Click to edit Master title style</a:t>
            </a:r>
            <a:endParaRPr lang="en-US" dirty="0"/>
          </a:p>
        </p:txBody>
      </p:sp>
      <p:sp>
        <p:nvSpPr>
          <p:cNvPr id="9" name="Footer Placeholder 4">
            <a:extLst>
              <a:ext uri="{FF2B5EF4-FFF2-40B4-BE49-F238E27FC236}">
                <a16:creationId xmlns:a16="http://schemas.microsoft.com/office/drawing/2014/main" id="{C9D34928-44CA-ACCE-36AD-37689020A379}"/>
              </a:ext>
            </a:extLst>
          </p:cNvPr>
          <p:cNvSpPr>
            <a:spLocks noGrp="1"/>
          </p:cNvSpPr>
          <p:nvPr>
            <p:ph type="ftr" sz="quarter" idx="11"/>
          </p:nvPr>
        </p:nvSpPr>
        <p:spPr>
          <a:xfrm>
            <a:off x="536906" y="100701"/>
            <a:ext cx="5361724" cy="365125"/>
          </a:xfrm>
        </p:spPr>
        <p:txBody>
          <a:bodyPr/>
          <a:lstStyle/>
          <a:p>
            <a:endParaRPr lang="en-IN"/>
          </a:p>
        </p:txBody>
      </p:sp>
      <p:sp>
        <p:nvSpPr>
          <p:cNvPr id="8" name="Date Placeholder 3">
            <a:extLst>
              <a:ext uri="{FF2B5EF4-FFF2-40B4-BE49-F238E27FC236}">
                <a16:creationId xmlns:a16="http://schemas.microsoft.com/office/drawing/2014/main" id="{B6F43E62-A9B0-571B-E3BD-354206A884CF}"/>
              </a:ext>
            </a:extLst>
          </p:cNvPr>
          <p:cNvSpPr>
            <a:spLocks noGrp="1"/>
          </p:cNvSpPr>
          <p:nvPr>
            <p:ph type="dt" sz="half" idx="10"/>
          </p:nvPr>
        </p:nvSpPr>
        <p:spPr>
          <a:xfrm>
            <a:off x="6217921" y="100701"/>
            <a:ext cx="2526030" cy="365125"/>
          </a:xfrm>
        </p:spPr>
        <p:txBody>
          <a:bodyPr/>
          <a:lstStyle/>
          <a:p>
            <a:fld id="{7DF64D8B-4A8F-4610-A42C-2E4B99CCA041}" type="datetimeFigureOut">
              <a:rPr lang="en-IN" smtClean="0"/>
              <a:t>11/10/26</a:t>
            </a:fld>
            <a:endParaRPr lang="en-IN"/>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536905" y="4922111"/>
            <a:ext cx="7741850" cy="1279615"/>
          </a:xfrm>
        </p:spPr>
        <p:txBody>
          <a:bodyPr anchor="t">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762793" y="6392174"/>
            <a:ext cx="429207" cy="365125"/>
          </a:xfrm>
        </p:spPr>
        <p:txBody>
          <a:bodyPr anchor="b"/>
          <a:lstStyle/>
          <a:p>
            <a:fld id="{CD9F69EF-EA9E-43DD-B5BF-8C99E9B3930B}" type="slidenum">
              <a:rPr lang="en-IN" smtClean="0"/>
              <a:t>‹#›</a:t>
            </a:fld>
            <a:endParaRPr lang="en-IN"/>
          </a:p>
        </p:txBody>
      </p:sp>
      <p:sp>
        <p:nvSpPr>
          <p:cNvPr id="3" name="Oval 2">
            <a:extLst>
              <a:ext uri="{FF2B5EF4-FFF2-40B4-BE49-F238E27FC236}">
                <a16:creationId xmlns:a16="http://schemas.microsoft.com/office/drawing/2014/main" id="{D3CF16D9-01F3-6CE6-7291-C344E099BBD0}"/>
              </a:ext>
            </a:extLst>
          </p:cNvPr>
          <p:cNvSpPr/>
          <p:nvPr/>
        </p:nvSpPr>
        <p:spPr>
          <a:xfrm>
            <a:off x="8454179" y="100701"/>
            <a:ext cx="3557904" cy="3557904"/>
          </a:xfrm>
          <a:prstGeom prst="ellipse">
            <a:avLst/>
          </a:prstGeom>
          <a:no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17831707"/>
      </p:ext>
    </p:extLst>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7DE1C-68A6-8F90-30E6-987D9BD03D5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64271F8-611F-1DA2-2E66-6692999DA50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052484E-5346-B8E8-55EA-9805861A0191}"/>
              </a:ext>
            </a:extLst>
          </p:cNvPr>
          <p:cNvSpPr>
            <a:spLocks noGrp="1"/>
          </p:cNvSpPr>
          <p:nvPr>
            <p:ph type="dt" sz="half" idx="10"/>
          </p:nvPr>
        </p:nvSpPr>
        <p:spPr/>
        <p:txBody>
          <a:bodyPr/>
          <a:lstStyle/>
          <a:p>
            <a:fld id="{7DF64D8B-4A8F-4610-A42C-2E4B99CCA041}" type="datetimeFigureOut">
              <a:rPr lang="en-IN" smtClean="0"/>
              <a:t>11/10/26</a:t>
            </a:fld>
            <a:endParaRPr lang="en-IN"/>
          </a:p>
        </p:txBody>
      </p:sp>
      <p:sp>
        <p:nvSpPr>
          <p:cNvPr id="5" name="Footer Placeholder 4">
            <a:extLst>
              <a:ext uri="{FF2B5EF4-FFF2-40B4-BE49-F238E27FC236}">
                <a16:creationId xmlns:a16="http://schemas.microsoft.com/office/drawing/2014/main" id="{A3002FDA-1110-65EB-8550-CEA06451259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770C423-0624-92BE-32B3-F85ED11CCBD9}"/>
              </a:ext>
            </a:extLst>
          </p:cNvPr>
          <p:cNvSpPr>
            <a:spLocks noGrp="1"/>
          </p:cNvSpPr>
          <p:nvPr>
            <p:ph type="sldNum" sz="quarter" idx="12"/>
          </p:nvPr>
        </p:nvSpPr>
        <p:spPr/>
        <p:txBody>
          <a:bodyPr/>
          <a:lstStyle/>
          <a:p>
            <a:fld id="{CD9F69EF-EA9E-43DD-B5BF-8C99E9B3930B}" type="slidenum">
              <a:rPr lang="en-IN" smtClean="0"/>
              <a:t>‹#›</a:t>
            </a:fld>
            <a:endParaRPr lang="en-IN"/>
          </a:p>
        </p:txBody>
      </p:sp>
    </p:spTree>
    <p:extLst>
      <p:ext uri="{BB962C8B-B14F-4D97-AF65-F5344CB8AC3E}">
        <p14:creationId xmlns:p14="http://schemas.microsoft.com/office/powerpoint/2010/main" val="35625061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99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8288" y="644663"/>
            <a:ext cx="12001592" cy="10883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6190488" y="104576"/>
            <a:ext cx="4836883" cy="365125"/>
          </a:xfrm>
          <a:prstGeom prst="rect">
            <a:avLst/>
          </a:prstGeom>
        </p:spPr>
        <p:txBody>
          <a:bodyPr vert="horz" lIns="91440" tIns="45720" rIns="91440" bIns="45720" rtlCol="0" anchor="t"/>
          <a:lstStyle>
            <a:lvl1pPr algn="l" rtl="0">
              <a:lnSpc>
                <a:spcPct val="80000"/>
              </a:lnSpc>
              <a:defRPr sz="1000">
                <a:solidFill>
                  <a:schemeClr val="tx1"/>
                </a:solidFill>
                <a:latin typeface="+mn-lt"/>
              </a:defRPr>
            </a:lvl1pPr>
          </a:lstStyle>
          <a:p>
            <a:fld id="{7DF64D8B-4A8F-4610-A42C-2E4B99CCA041}" type="datetimeFigureOut">
              <a:rPr lang="en-IN" smtClean="0"/>
              <a:t>11/10/26</a:t>
            </a:fld>
            <a:endParaRPr lang="en-IN"/>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14501" y="110364"/>
            <a:ext cx="5276852" cy="365125"/>
          </a:xfrm>
          <a:prstGeom prst="rect">
            <a:avLst/>
          </a:prstGeom>
        </p:spPr>
        <p:txBody>
          <a:bodyPr vert="horz" lIns="91440" tIns="45720" rIns="91440" bIns="45720" rtlCol="0" anchor="t"/>
          <a:lstStyle>
            <a:lvl1pPr algn="l" rtl="0">
              <a:lnSpc>
                <a:spcPct val="80000"/>
              </a:lnSpc>
              <a:defRPr sz="1000">
                <a:solidFill>
                  <a:schemeClr val="tx1"/>
                </a:solidFill>
                <a:latin typeface="+mn-lt"/>
              </a:defRPr>
            </a:lvl1pPr>
          </a:lstStyle>
          <a:p>
            <a:endParaRPr lang="en-IN"/>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762792" y="110364"/>
            <a:ext cx="429207" cy="365125"/>
          </a:xfrm>
          <a:prstGeom prst="rect">
            <a:avLst/>
          </a:prstGeom>
        </p:spPr>
        <p:txBody>
          <a:bodyPr vert="horz" lIns="91440" tIns="45720" rIns="91440" bIns="45720" rtlCol="0" anchor="t"/>
          <a:lstStyle>
            <a:lvl1pPr algn="r" rtl="0">
              <a:lnSpc>
                <a:spcPct val="80000"/>
              </a:lnSpc>
              <a:defRPr sz="1000">
                <a:solidFill>
                  <a:schemeClr val="tx1"/>
                </a:solidFill>
                <a:latin typeface="+mn-lt"/>
              </a:defRPr>
            </a:lvl1pPr>
          </a:lstStyle>
          <a:p>
            <a:fld id="{CD9F69EF-EA9E-43DD-B5BF-8C99E9B3930B}" type="slidenum">
              <a:rPr lang="en-IN" smtClean="0"/>
              <a:t>‹#›</a:t>
            </a:fld>
            <a:endParaRPr lang="en-IN"/>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0" y="1907521"/>
            <a:ext cx="12001592" cy="48401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7893473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Lst>
  <p:txStyles>
    <p:titleStyle>
      <a:lvl1pPr algn="l" defTabSz="914400" rtl="0" eaLnBrk="1" latinLnBrk="0" hangingPunct="1">
        <a:lnSpc>
          <a:spcPct val="80000"/>
        </a:lnSpc>
        <a:spcBef>
          <a:spcPct val="0"/>
        </a:spcBef>
        <a:buNone/>
        <a:defRPr sz="5600" b="0" i="0" kern="1200" spc="-200" baseline="0">
          <a:solidFill>
            <a:schemeClr val="tx1"/>
          </a:solidFill>
          <a:latin typeface="+mj-lt"/>
          <a:ea typeface="+mj-ea"/>
          <a:cs typeface="+mj-cs"/>
        </a:defRPr>
      </a:lvl1pPr>
    </p:titleStyle>
    <p:bodyStyle>
      <a:lvl1pPr marL="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1pPr>
      <a:lvl2pPr marL="2286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2pPr>
      <a:lvl3pPr marL="4572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3pPr>
      <a:lvl4pPr marL="6858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4pPr>
      <a:lvl5pPr marL="9144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B579B-EAD6-0C0F-3307-8D1873E60FCA}"/>
              </a:ext>
            </a:extLst>
          </p:cNvPr>
          <p:cNvSpPr>
            <a:spLocks noGrp="1"/>
          </p:cNvSpPr>
          <p:nvPr>
            <p:ph type="ctrTitle"/>
          </p:nvPr>
        </p:nvSpPr>
        <p:spPr>
          <a:xfrm>
            <a:off x="696685" y="1122363"/>
            <a:ext cx="11212285" cy="2387600"/>
          </a:xfrm>
        </p:spPr>
        <p:txBody>
          <a:bodyPr>
            <a:normAutofit/>
          </a:bodyPr>
          <a:lstStyle/>
          <a:p>
            <a:r>
              <a:rPr lang="en-US" sz="5400" dirty="0"/>
              <a:t>Power-Line and Tower Inspection Drone</a:t>
            </a:r>
            <a:endParaRPr lang="en-IN" sz="5400" dirty="0"/>
          </a:p>
        </p:txBody>
      </p:sp>
      <p:sp>
        <p:nvSpPr>
          <p:cNvPr id="3" name="Subtitle 2">
            <a:extLst>
              <a:ext uri="{FF2B5EF4-FFF2-40B4-BE49-F238E27FC236}">
                <a16:creationId xmlns:a16="http://schemas.microsoft.com/office/drawing/2014/main" id="{161818C8-DC4D-C493-17BC-C2FCEC7E4F5B}"/>
              </a:ext>
            </a:extLst>
          </p:cNvPr>
          <p:cNvSpPr>
            <a:spLocks noGrp="1"/>
          </p:cNvSpPr>
          <p:nvPr>
            <p:ph type="subTitle" idx="1"/>
          </p:nvPr>
        </p:nvSpPr>
        <p:spPr>
          <a:xfrm>
            <a:off x="1524000" y="3364819"/>
            <a:ext cx="9144000" cy="1655762"/>
          </a:xfrm>
        </p:spPr>
        <p:txBody>
          <a:bodyPr/>
          <a:lstStyle/>
          <a:p>
            <a:endParaRPr lang="en-IN" dirty="0"/>
          </a:p>
          <a:p>
            <a:r>
              <a:rPr lang="en-IN" dirty="0"/>
              <a:t>TEAM NAME: VectorCraft</a:t>
            </a:r>
          </a:p>
        </p:txBody>
      </p:sp>
      <p:sp>
        <p:nvSpPr>
          <p:cNvPr id="4" name="TextBox 3">
            <a:extLst>
              <a:ext uri="{FF2B5EF4-FFF2-40B4-BE49-F238E27FC236}">
                <a16:creationId xmlns:a16="http://schemas.microsoft.com/office/drawing/2014/main" id="{74705BA9-319D-3EB6-3E0A-7992762DA068}"/>
              </a:ext>
            </a:extLst>
          </p:cNvPr>
          <p:cNvSpPr txBox="1"/>
          <p:nvPr/>
        </p:nvSpPr>
        <p:spPr>
          <a:xfrm>
            <a:off x="283030" y="5020581"/>
            <a:ext cx="2502608" cy="1477328"/>
          </a:xfrm>
          <a:prstGeom prst="rect">
            <a:avLst/>
          </a:prstGeom>
          <a:noFill/>
        </p:spPr>
        <p:txBody>
          <a:bodyPr wrap="none" rtlCol="0">
            <a:spAutoFit/>
          </a:bodyPr>
          <a:lstStyle/>
          <a:p>
            <a:r>
              <a:rPr lang="en-IN" dirty="0"/>
              <a:t>MEMBERS:</a:t>
            </a:r>
          </a:p>
          <a:p>
            <a:r>
              <a:rPr lang="en-IN" dirty="0"/>
              <a:t>Nandana Doss V</a:t>
            </a:r>
          </a:p>
          <a:p>
            <a:r>
              <a:rPr lang="en-IN" dirty="0"/>
              <a:t>Nikhileswar Pakala</a:t>
            </a:r>
          </a:p>
          <a:p>
            <a:r>
              <a:rPr lang="en-IN" dirty="0"/>
              <a:t>S Bhanu Sanjana</a:t>
            </a:r>
          </a:p>
          <a:p>
            <a:r>
              <a:rPr lang="en-IN" dirty="0"/>
              <a:t>Harshini Balakrishnan</a:t>
            </a:r>
          </a:p>
        </p:txBody>
      </p:sp>
    </p:spTree>
    <p:extLst>
      <p:ext uri="{BB962C8B-B14F-4D97-AF65-F5344CB8AC3E}">
        <p14:creationId xmlns:p14="http://schemas.microsoft.com/office/powerpoint/2010/main" val="9713646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1B29B-BB46-6C2B-AEBF-2E259F47BF90}"/>
              </a:ext>
            </a:extLst>
          </p:cNvPr>
          <p:cNvSpPr>
            <a:spLocks noGrp="1"/>
          </p:cNvSpPr>
          <p:nvPr>
            <p:ph type="title"/>
          </p:nvPr>
        </p:nvSpPr>
        <p:spPr>
          <a:xfrm>
            <a:off x="157021" y="737969"/>
            <a:ext cx="11113008" cy="849793"/>
          </a:xfrm>
        </p:spPr>
        <p:txBody>
          <a:bodyPr>
            <a:normAutofit/>
          </a:bodyPr>
          <a:lstStyle/>
          <a:p>
            <a:r>
              <a:rPr lang="en-IN" sz="3200" dirty="0"/>
              <a:t>Problem Statement:</a:t>
            </a:r>
          </a:p>
        </p:txBody>
      </p:sp>
      <p:sp>
        <p:nvSpPr>
          <p:cNvPr id="3" name="Content Placeholder 2">
            <a:extLst>
              <a:ext uri="{FF2B5EF4-FFF2-40B4-BE49-F238E27FC236}">
                <a16:creationId xmlns:a16="http://schemas.microsoft.com/office/drawing/2014/main" id="{13A8B835-C2EE-351C-8651-2756B0396FBA}"/>
              </a:ext>
            </a:extLst>
          </p:cNvPr>
          <p:cNvSpPr>
            <a:spLocks noGrp="1"/>
          </p:cNvSpPr>
          <p:nvPr>
            <p:ph idx="1"/>
          </p:nvPr>
        </p:nvSpPr>
        <p:spPr>
          <a:xfrm>
            <a:off x="589165" y="1587762"/>
            <a:ext cx="11013670" cy="943344"/>
          </a:xfrm>
        </p:spPr>
        <p:txBody>
          <a:bodyPr>
            <a:normAutofit/>
          </a:bodyPr>
          <a:lstStyle/>
          <a:p>
            <a:r>
              <a:rPr lang="en-US" sz="2000" dirty="0"/>
              <a:t>Inspect high-voltage lines and towers at close range and report defects such as damaged insulators and loose fittings .</a:t>
            </a:r>
            <a:endParaRPr lang="en-IN" sz="2000" dirty="0"/>
          </a:p>
        </p:txBody>
      </p:sp>
      <p:sp>
        <p:nvSpPr>
          <p:cNvPr id="5" name="Title 1">
            <a:extLst>
              <a:ext uri="{FF2B5EF4-FFF2-40B4-BE49-F238E27FC236}">
                <a16:creationId xmlns:a16="http://schemas.microsoft.com/office/drawing/2014/main" id="{2E3B98E5-32E7-6208-F716-379B6544FE0B}"/>
              </a:ext>
            </a:extLst>
          </p:cNvPr>
          <p:cNvSpPr txBox="1">
            <a:spLocks/>
          </p:cNvSpPr>
          <p:nvPr/>
        </p:nvSpPr>
        <p:spPr>
          <a:xfrm>
            <a:off x="157021" y="3105986"/>
            <a:ext cx="11113008" cy="849793"/>
          </a:xfrm>
          <a:prstGeom prst="rect">
            <a:avLst/>
          </a:prstGeom>
        </p:spPr>
        <p:txBody>
          <a:bodyPr vert="horz" lIns="91440" tIns="45720" rIns="91440" bIns="45720" rtlCol="0" anchor="t">
            <a:normAutofit fontScale="97500"/>
          </a:bodyPr>
          <a:lstStyle>
            <a:lvl1pPr algn="l" defTabSz="914400" rtl="0" eaLnBrk="1" latinLnBrk="0" hangingPunct="1">
              <a:lnSpc>
                <a:spcPct val="80000"/>
              </a:lnSpc>
              <a:spcBef>
                <a:spcPct val="0"/>
              </a:spcBef>
              <a:buNone/>
              <a:defRPr sz="5600" b="0" i="0" kern="1200" spc="-200" baseline="0">
                <a:solidFill>
                  <a:schemeClr val="tx1"/>
                </a:solidFill>
                <a:latin typeface="+mj-lt"/>
                <a:ea typeface="+mj-ea"/>
                <a:cs typeface="+mj-cs"/>
              </a:defRPr>
            </a:lvl1pPr>
          </a:lstStyle>
          <a:p>
            <a:r>
              <a:rPr lang="en-IN" sz="3200" dirty="0"/>
              <a:t>Key </a:t>
            </a:r>
            <a:r>
              <a:rPr lang="en-IN" sz="3000" dirty="0"/>
              <a:t>Requirements</a:t>
            </a:r>
            <a:r>
              <a:rPr lang="en-IN" sz="3200" dirty="0"/>
              <a:t>:</a:t>
            </a:r>
          </a:p>
        </p:txBody>
      </p:sp>
      <p:sp>
        <p:nvSpPr>
          <p:cNvPr id="6" name="Content Placeholder 2">
            <a:extLst>
              <a:ext uri="{FF2B5EF4-FFF2-40B4-BE49-F238E27FC236}">
                <a16:creationId xmlns:a16="http://schemas.microsoft.com/office/drawing/2014/main" id="{63C39BDF-E2D1-B8AB-F9BE-B6B13C64AE67}"/>
              </a:ext>
            </a:extLst>
          </p:cNvPr>
          <p:cNvSpPr txBox="1">
            <a:spLocks/>
          </p:cNvSpPr>
          <p:nvPr/>
        </p:nvSpPr>
        <p:spPr>
          <a:xfrm>
            <a:off x="785107" y="4077880"/>
            <a:ext cx="11013670" cy="943344"/>
          </a:xfrm>
          <a:prstGeom prst="rect">
            <a:avLst/>
          </a:prstGeom>
        </p:spPr>
        <p:txBody>
          <a:bodyPr vert="horz" lIns="91440" tIns="45720" rIns="91440" bIns="45720" rtlCol="0">
            <a:noAutofit/>
          </a:bodyPr>
          <a:lstStyle>
            <a:lvl1pPr marL="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1pPr>
            <a:lvl2pPr marL="2286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2pPr>
            <a:lvl3pPr marL="4572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3pPr>
            <a:lvl4pPr marL="6858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4pPr>
            <a:lvl5pPr marL="914400" indent="0" algn="l" defTabSz="914400" rtl="0" eaLnBrk="1" latinLnBrk="0" hangingPunct="1">
              <a:lnSpc>
                <a:spcPct val="80000"/>
              </a:lnSpc>
              <a:spcBef>
                <a:spcPts val="1000"/>
              </a:spcBef>
              <a:buFont typeface="Arial" panose="020B0604020202020204" pitchFamily="34" charset="0"/>
              <a:buNone/>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lvl="0" indent="-285750">
              <a:buFont typeface="Arial" panose="020B0604020202020204" pitchFamily="34" charset="0"/>
              <a:buChar char="•"/>
            </a:pPr>
            <a:r>
              <a:rPr lang="en-US" sz="1800" dirty="0"/>
              <a:t>Defect Detection: Identify damage using zoom camera </a:t>
            </a:r>
            <a:r>
              <a:rPr lang="en-IN" sz="1800" dirty="0"/>
              <a:t>or LiDAR.</a:t>
            </a:r>
          </a:p>
          <a:p>
            <a:pPr marL="285750" lvl="0" indent="-285750">
              <a:buFont typeface="Arial" panose="020B0604020202020204" pitchFamily="34" charset="0"/>
              <a:buChar char="•"/>
            </a:pPr>
            <a:r>
              <a:rPr lang="en-IN" sz="1800" dirty="0"/>
              <a:t>Autonomous navigation: Plan safe paths around towers and power lines while avoiding obstacles.</a:t>
            </a:r>
          </a:p>
          <a:p>
            <a:pPr marL="285750" lvl="0" indent="-285750">
              <a:buFont typeface="Arial" panose="020B0604020202020204" pitchFamily="34" charset="0"/>
              <a:buChar char="•"/>
            </a:pPr>
            <a:r>
              <a:rPr lang="en-IN" sz="1800" dirty="0"/>
              <a:t>Stable flight: Hover reliably even in wind gusts of up to 12 m/s.</a:t>
            </a:r>
          </a:p>
          <a:p>
            <a:pPr marL="285750" lvl="0" indent="-285750">
              <a:buFont typeface="Arial" panose="020B0604020202020204" pitchFamily="34" charset="0"/>
              <a:buChar char="•"/>
            </a:pPr>
            <a:r>
              <a:rPr lang="en-IN" sz="1800" dirty="0"/>
              <a:t>Safety: Maintain a 3 m stand-off distance from power lines.</a:t>
            </a:r>
          </a:p>
          <a:p>
            <a:pPr marL="285750" lvl="0" indent="-285750">
              <a:buFont typeface="Arial" panose="020B0604020202020204" pitchFamily="34" charset="0"/>
              <a:buChar char="•"/>
            </a:pPr>
            <a:r>
              <a:rPr lang="en-IN" sz="1800" dirty="0"/>
              <a:t>Performance: Achieve 30 minutes of endurance with a 1.5 kg sensor payload.</a:t>
            </a:r>
          </a:p>
        </p:txBody>
      </p:sp>
    </p:spTree>
    <p:extLst>
      <p:ext uri="{BB962C8B-B14F-4D97-AF65-F5344CB8AC3E}">
        <p14:creationId xmlns:p14="http://schemas.microsoft.com/office/powerpoint/2010/main" val="10901021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FC1B6-28C4-5C47-B87E-BFDC56499035}"/>
              </a:ext>
            </a:extLst>
          </p:cNvPr>
          <p:cNvSpPr>
            <a:spLocks noGrp="1"/>
          </p:cNvSpPr>
          <p:nvPr>
            <p:ph type="title"/>
          </p:nvPr>
        </p:nvSpPr>
        <p:spPr>
          <a:xfrm>
            <a:off x="539645" y="987552"/>
            <a:ext cx="5366480" cy="4044508"/>
          </a:xfrm>
        </p:spPr>
        <p:txBody>
          <a:bodyPr>
            <a:normAutofit/>
          </a:bodyPr>
          <a:lstStyle/>
          <a:p>
            <a:r>
              <a:rPr lang="en-IN"/>
              <a:t>Significance of our Project</a:t>
            </a:r>
          </a:p>
        </p:txBody>
      </p:sp>
      <p:sp>
        <p:nvSpPr>
          <p:cNvPr id="3" name="Content Placeholder 2">
            <a:extLst>
              <a:ext uri="{FF2B5EF4-FFF2-40B4-BE49-F238E27FC236}">
                <a16:creationId xmlns:a16="http://schemas.microsoft.com/office/drawing/2014/main" id="{405274F9-C7F5-87FE-91A1-D18161C608E2}"/>
              </a:ext>
            </a:extLst>
          </p:cNvPr>
          <p:cNvSpPr>
            <a:spLocks noGrp="1"/>
          </p:cNvSpPr>
          <p:nvPr>
            <p:ph sz="quarter" idx="13"/>
          </p:nvPr>
        </p:nvSpPr>
        <p:spPr>
          <a:xfrm>
            <a:off x="6190488" y="969264"/>
            <a:ext cx="5336753" cy="4818062"/>
          </a:xfrm>
        </p:spPr>
        <p:txBody>
          <a:bodyPr>
            <a:normAutofit/>
          </a:bodyPr>
          <a:lstStyle/>
          <a:p>
            <a:r>
              <a:rPr lang="en-US" b="1" dirty="0"/>
              <a:t>Why is manual power-line inspection difficult?</a:t>
            </a:r>
          </a:p>
          <a:p>
            <a:pPr lvl="0"/>
            <a:r>
              <a:rPr lang="en-US" dirty="0"/>
              <a:t>1. Working at heights</a:t>
            </a:r>
          </a:p>
          <a:p>
            <a:pPr lvl="0"/>
            <a:r>
              <a:rPr lang="en-US" dirty="0"/>
              <a:t>2. High-voltage hazards </a:t>
            </a:r>
          </a:p>
          <a:p>
            <a:pPr lvl="0"/>
            <a:r>
              <a:rPr lang="en-US" dirty="0"/>
              <a:t>3. Time-consuming</a:t>
            </a:r>
          </a:p>
          <a:p>
            <a:pPr lvl="0"/>
            <a:r>
              <a:rPr lang="en-US" dirty="0"/>
              <a:t>4. Difficult access</a:t>
            </a:r>
          </a:p>
          <a:p>
            <a:pPr lvl="0"/>
            <a:r>
              <a:rPr lang="en-US" dirty="0"/>
              <a:t>5. Limited inspection angles</a:t>
            </a:r>
          </a:p>
          <a:p>
            <a:pPr lvl="0"/>
            <a:r>
              <a:rPr lang="en-US" b="1" dirty="0"/>
              <a:t>Why is a drone useful?</a:t>
            </a:r>
          </a:p>
          <a:p>
            <a:pPr lvl="0"/>
            <a:r>
              <a:rPr lang="en-US" dirty="0"/>
              <a:t>Improved safety</a:t>
            </a:r>
          </a:p>
          <a:p>
            <a:pPr lvl="0"/>
            <a:r>
              <a:rPr lang="en-US" dirty="0"/>
              <a:t>Faster inspection</a:t>
            </a:r>
          </a:p>
          <a:p>
            <a:pPr lvl="0"/>
            <a:r>
              <a:rPr lang="en-US" dirty="0"/>
              <a:t>Close-up imaging</a:t>
            </a:r>
          </a:p>
          <a:p>
            <a:pPr lvl="0"/>
            <a:r>
              <a:rPr lang="en-US" dirty="0"/>
              <a:t>Thermal inspection</a:t>
            </a:r>
          </a:p>
          <a:p>
            <a:pPr lvl="0"/>
            <a:r>
              <a:rPr lang="en-US" dirty="0"/>
              <a:t>Obstacle detection</a:t>
            </a:r>
          </a:p>
          <a:p>
            <a:pPr lvl="0"/>
            <a:r>
              <a:rPr lang="en-US" dirty="0"/>
              <a:t>Team </a:t>
            </a:r>
            <a:r>
              <a:rPr lang="en-US" dirty="0" err="1"/>
              <a:t>VectorCraft</a:t>
            </a:r>
            <a:r>
              <a:rPr lang="en-US" dirty="0"/>
              <a:t> proposes a hexacopter carrying RGB zoom and thermal cameras, along with LiDAR. The drone aims to inspect components from a nominal distance of 4 m while maintaining a proposed hard minimum of 3 m.</a:t>
            </a:r>
            <a:endParaRPr lang="en-US" b="1" dirty="0"/>
          </a:p>
          <a:p>
            <a:endParaRPr lang="en-IN" dirty="0"/>
          </a:p>
        </p:txBody>
      </p:sp>
    </p:spTree>
    <p:extLst>
      <p:ext uri="{BB962C8B-B14F-4D97-AF65-F5344CB8AC3E}">
        <p14:creationId xmlns:p14="http://schemas.microsoft.com/office/powerpoint/2010/main" val="40200196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05BF7-B27F-6023-E88C-58D8B5540543}"/>
              </a:ext>
            </a:extLst>
          </p:cNvPr>
          <p:cNvSpPr>
            <a:spLocks noGrp="1"/>
          </p:cNvSpPr>
          <p:nvPr>
            <p:ph type="title"/>
          </p:nvPr>
        </p:nvSpPr>
        <p:spPr/>
        <p:txBody>
          <a:bodyPr>
            <a:normAutofit/>
          </a:bodyPr>
          <a:lstStyle/>
          <a:p>
            <a:pPr algn="ctr"/>
            <a:r>
              <a:rPr lang="en-US" sz="3600" dirty="0"/>
              <a:t>How we read each requirement</a:t>
            </a:r>
          </a:p>
        </p:txBody>
      </p:sp>
      <p:graphicFrame>
        <p:nvGraphicFramePr>
          <p:cNvPr id="4" name="Content Placeholder 3">
            <a:extLst>
              <a:ext uri="{FF2B5EF4-FFF2-40B4-BE49-F238E27FC236}">
                <a16:creationId xmlns:a16="http://schemas.microsoft.com/office/drawing/2014/main" id="{7174487A-B32F-6B2D-DC1A-C7612F75127A}"/>
              </a:ext>
            </a:extLst>
          </p:cNvPr>
          <p:cNvGraphicFramePr>
            <a:graphicFrameLocks noGrp="1"/>
          </p:cNvGraphicFramePr>
          <p:nvPr>
            <p:ph idx="1"/>
            <p:extLst>
              <p:ext uri="{D42A27DB-BD31-4B8C-83A1-F6EECF244321}">
                <p14:modId xmlns:p14="http://schemas.microsoft.com/office/powerpoint/2010/main" val="3593948124"/>
              </p:ext>
            </p:extLst>
          </p:nvPr>
        </p:nvGraphicFramePr>
        <p:xfrm>
          <a:off x="191911" y="2144888"/>
          <a:ext cx="11763021" cy="4560710"/>
        </p:xfrm>
        <a:graphic>
          <a:graphicData uri="http://schemas.openxmlformats.org/drawingml/2006/table">
            <a:tbl>
              <a:tblPr firstRow="1" firstCol="1" bandRow="1">
                <a:tableStyleId>{5C22544A-7EE6-4342-B048-85BDC9FD1C3A}</a:tableStyleId>
              </a:tblPr>
              <a:tblGrid>
                <a:gridCol w="2329092">
                  <a:extLst>
                    <a:ext uri="{9D8B030D-6E8A-4147-A177-3AD203B41FA5}">
                      <a16:colId xmlns:a16="http://schemas.microsoft.com/office/drawing/2014/main" val="4099954485"/>
                    </a:ext>
                  </a:extLst>
                </a:gridCol>
                <a:gridCol w="9306929">
                  <a:extLst>
                    <a:ext uri="{9D8B030D-6E8A-4147-A177-3AD203B41FA5}">
                      <a16:colId xmlns:a16="http://schemas.microsoft.com/office/drawing/2014/main" val="1534652149"/>
                    </a:ext>
                  </a:extLst>
                </a:gridCol>
                <a:gridCol w="127000">
                  <a:extLst>
                    <a:ext uri="{9D8B030D-6E8A-4147-A177-3AD203B41FA5}">
                      <a16:colId xmlns:a16="http://schemas.microsoft.com/office/drawing/2014/main" val="49528185"/>
                    </a:ext>
                  </a:extLst>
                </a:gridCol>
              </a:tblGrid>
              <a:tr h="428885">
                <a:tc>
                  <a:txBody>
                    <a:bodyPr/>
                    <a:lstStyle/>
                    <a:p>
                      <a:pPr marL="0" marR="0">
                        <a:lnSpc>
                          <a:spcPct val="97000"/>
                        </a:lnSpc>
                        <a:spcAft>
                          <a:spcPts val="75"/>
                        </a:spcAft>
                        <a:buNone/>
                      </a:pPr>
                      <a:r>
                        <a:rPr lang="en-US" sz="1400" dirty="0">
                          <a:effectLst/>
                          <a:latin typeface="Aptos" panose="020B0004020202020204" pitchFamily="34" charset="0"/>
                        </a:rPr>
                        <a:t>Requirement</a:t>
                      </a:r>
                      <a:endParaRPr lang="en-US" sz="1400" dirty="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tc>
                  <a:txBody>
                    <a:bodyPr/>
                    <a:lstStyle/>
                    <a:p>
                      <a:pPr marL="0" marR="0">
                        <a:lnSpc>
                          <a:spcPct val="97000"/>
                        </a:lnSpc>
                        <a:spcAft>
                          <a:spcPts val="75"/>
                        </a:spcAft>
                        <a:buNone/>
                      </a:pPr>
                      <a:r>
                        <a:rPr lang="en-US" sz="1400">
                          <a:effectLst/>
                          <a:latin typeface="Aptos" panose="020B0004020202020204" pitchFamily="34" charset="0"/>
                        </a:rPr>
                        <a:t>Our reading</a:t>
                      </a:r>
                      <a:endParaRPr lang="en-US" sz="140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tc>
                  <a:txBody>
                    <a:bodyPr/>
                    <a:lstStyle/>
                    <a:p>
                      <a:pPr marL="0" marR="0">
                        <a:lnSpc>
                          <a:spcPct val="97000"/>
                        </a:lnSpc>
                        <a:spcAft>
                          <a:spcPts val="75"/>
                        </a:spcAft>
                        <a:buNone/>
                      </a:pPr>
                      <a:endParaRPr lang="en-US" sz="1400" dirty="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extLst>
                  <a:ext uri="{0D108BD9-81ED-4DB2-BD59-A6C34878D82A}">
                    <a16:rowId xmlns:a16="http://schemas.microsoft.com/office/drawing/2014/main" val="901095657"/>
                  </a:ext>
                </a:extLst>
              </a:tr>
              <a:tr h="740588">
                <a:tc>
                  <a:txBody>
                    <a:bodyPr/>
                    <a:lstStyle/>
                    <a:p>
                      <a:pPr marL="0" marR="0">
                        <a:lnSpc>
                          <a:spcPct val="97000"/>
                        </a:lnSpc>
                        <a:spcAft>
                          <a:spcPts val="75"/>
                        </a:spcAft>
                        <a:buNone/>
                      </a:pPr>
                      <a:r>
                        <a:rPr lang="en-US" sz="1400" dirty="0">
                          <a:effectLst/>
                          <a:latin typeface="Aptos" panose="020B0004020202020204" pitchFamily="34" charset="0"/>
                        </a:rPr>
                        <a:t>EMI-resistant avionics</a:t>
                      </a:r>
                      <a:endParaRPr lang="en-US" sz="1400" dirty="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tc>
                  <a:txBody>
                    <a:bodyPr/>
                    <a:lstStyle/>
                    <a:p>
                      <a:pPr marL="0" marR="0">
                        <a:lnSpc>
                          <a:spcPct val="97000"/>
                        </a:lnSpc>
                        <a:spcAft>
                          <a:spcPts val="75"/>
                        </a:spcAft>
                        <a:buNone/>
                      </a:pPr>
                      <a:r>
                        <a:rPr lang="en-US" sz="1400" dirty="0">
                          <a:effectLst/>
                          <a:latin typeface="Aptos" panose="020B0004020202020204" pitchFamily="34" charset="0"/>
                        </a:rPr>
                        <a:t>Compass, GNSS and telemetry must work within a few meters of 50 Hz conductors and steel towers.</a:t>
                      </a:r>
                      <a:endParaRPr lang="en-US" sz="1400" dirty="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tc>
                  <a:txBody>
                    <a:bodyPr/>
                    <a:lstStyle/>
                    <a:p>
                      <a:pPr marL="0" marR="0">
                        <a:lnSpc>
                          <a:spcPct val="97000"/>
                        </a:lnSpc>
                        <a:spcAft>
                          <a:spcPts val="75"/>
                        </a:spcAft>
                        <a:buNone/>
                      </a:pPr>
                      <a:endParaRPr lang="en-US" sz="1400" dirty="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extLst>
                  <a:ext uri="{0D108BD9-81ED-4DB2-BD59-A6C34878D82A}">
                    <a16:rowId xmlns:a16="http://schemas.microsoft.com/office/drawing/2014/main" val="1431931370"/>
                  </a:ext>
                </a:extLst>
              </a:tr>
              <a:tr h="740588">
                <a:tc>
                  <a:txBody>
                    <a:bodyPr/>
                    <a:lstStyle/>
                    <a:p>
                      <a:pPr marL="0" marR="0">
                        <a:lnSpc>
                          <a:spcPct val="97000"/>
                        </a:lnSpc>
                        <a:spcAft>
                          <a:spcPts val="75"/>
                        </a:spcAft>
                        <a:buNone/>
                      </a:pPr>
                      <a:r>
                        <a:rPr lang="en-US" sz="1400" dirty="0">
                          <a:effectLst/>
                          <a:latin typeface="Aptos" panose="020B0004020202020204" pitchFamily="34" charset="0"/>
                        </a:rPr>
                        <a:t>Hover in 12 m/s gusts</a:t>
                      </a:r>
                      <a:endParaRPr lang="en-US" sz="1400" dirty="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tc>
                  <a:txBody>
                    <a:bodyPr/>
                    <a:lstStyle/>
                    <a:p>
                      <a:pPr marL="0" marR="0">
                        <a:lnSpc>
                          <a:spcPct val="97000"/>
                        </a:lnSpc>
                        <a:spcAft>
                          <a:spcPts val="75"/>
                        </a:spcAft>
                        <a:buNone/>
                      </a:pPr>
                      <a:r>
                        <a:rPr lang="en-US" sz="1400" dirty="0">
                          <a:effectLst/>
                          <a:latin typeface="Aptos" panose="020B0004020202020204" pitchFamily="34" charset="0"/>
                        </a:rPr>
                        <a:t>We hold position, not just attitude. Range to the nearest conductor must never drop under 3.0 m.</a:t>
                      </a:r>
                      <a:endParaRPr lang="en-US" sz="1400" dirty="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tc>
                  <a:txBody>
                    <a:bodyPr/>
                    <a:lstStyle/>
                    <a:p>
                      <a:pPr marL="0" marR="0">
                        <a:lnSpc>
                          <a:spcPct val="97000"/>
                        </a:lnSpc>
                        <a:spcAft>
                          <a:spcPts val="75"/>
                        </a:spcAft>
                        <a:buNone/>
                      </a:pPr>
                      <a:endParaRPr lang="en-US" sz="1400" dirty="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extLst>
                  <a:ext uri="{0D108BD9-81ED-4DB2-BD59-A6C34878D82A}">
                    <a16:rowId xmlns:a16="http://schemas.microsoft.com/office/drawing/2014/main" val="681702025"/>
                  </a:ext>
                </a:extLst>
              </a:tr>
              <a:tr h="740588">
                <a:tc>
                  <a:txBody>
                    <a:bodyPr/>
                    <a:lstStyle/>
                    <a:p>
                      <a:pPr marL="0" marR="0">
                        <a:lnSpc>
                          <a:spcPct val="97000"/>
                        </a:lnSpc>
                        <a:spcAft>
                          <a:spcPts val="75"/>
                        </a:spcAft>
                        <a:buNone/>
                      </a:pPr>
                      <a:r>
                        <a:rPr lang="en-US" sz="1400">
                          <a:effectLst/>
                          <a:latin typeface="Aptos" panose="020B0004020202020204" pitchFamily="34" charset="0"/>
                        </a:rPr>
                        <a:t>3 m stand-off</a:t>
                      </a:r>
                      <a:endParaRPr lang="en-US" sz="140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tc>
                  <a:txBody>
                    <a:bodyPr/>
                    <a:lstStyle/>
                    <a:p>
                      <a:pPr marL="0" marR="0">
                        <a:lnSpc>
                          <a:spcPct val="97000"/>
                        </a:lnSpc>
                        <a:spcAft>
                          <a:spcPts val="75"/>
                        </a:spcAft>
                        <a:buNone/>
                      </a:pPr>
                      <a:r>
                        <a:rPr lang="en-US" sz="1400" dirty="0">
                          <a:effectLst/>
                          <a:latin typeface="Aptos" panose="020B0004020202020204" pitchFamily="34" charset="0"/>
                        </a:rPr>
                        <a:t>A minimum distance. We fly 4.0 m nominal so a gust has 1.0 m of room.</a:t>
                      </a:r>
                      <a:endParaRPr lang="en-US" sz="1400" dirty="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tc>
                  <a:txBody>
                    <a:bodyPr/>
                    <a:lstStyle/>
                    <a:p>
                      <a:pPr marL="0" marR="0">
                        <a:lnSpc>
                          <a:spcPct val="97000"/>
                        </a:lnSpc>
                        <a:spcAft>
                          <a:spcPts val="75"/>
                        </a:spcAft>
                        <a:buNone/>
                      </a:pPr>
                      <a:endParaRPr lang="en-US" sz="1400" dirty="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extLst>
                  <a:ext uri="{0D108BD9-81ED-4DB2-BD59-A6C34878D82A}">
                    <a16:rowId xmlns:a16="http://schemas.microsoft.com/office/drawing/2014/main" val="3418292624"/>
                  </a:ext>
                </a:extLst>
              </a:tr>
              <a:tr h="428885">
                <a:tc>
                  <a:txBody>
                    <a:bodyPr/>
                    <a:lstStyle/>
                    <a:p>
                      <a:pPr marL="0" marR="0">
                        <a:lnSpc>
                          <a:spcPct val="97000"/>
                        </a:lnSpc>
                        <a:spcAft>
                          <a:spcPts val="75"/>
                        </a:spcAft>
                        <a:buNone/>
                      </a:pPr>
                      <a:r>
                        <a:rPr lang="en-US" sz="1400">
                          <a:effectLst/>
                          <a:latin typeface="Aptos" panose="020B0004020202020204" pitchFamily="34" charset="0"/>
                        </a:rPr>
                        <a:t>30 min endurance</a:t>
                      </a:r>
                      <a:endParaRPr lang="en-US" sz="140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tc>
                  <a:txBody>
                    <a:bodyPr/>
                    <a:lstStyle/>
                    <a:p>
                      <a:pPr marL="0" marR="0">
                        <a:lnSpc>
                          <a:spcPct val="97000"/>
                        </a:lnSpc>
                        <a:spcAft>
                          <a:spcPts val="75"/>
                        </a:spcAft>
                        <a:buNone/>
                      </a:pPr>
                      <a:r>
                        <a:rPr lang="en-US" sz="1400" dirty="0">
                          <a:effectLst/>
                          <a:latin typeface="Aptos" panose="020B0004020202020204" pitchFamily="34" charset="0"/>
                        </a:rPr>
                        <a:t>Hover and slow inspection with 20 % battery reserve left.</a:t>
                      </a:r>
                      <a:endParaRPr lang="en-US" sz="1400" dirty="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tc>
                  <a:txBody>
                    <a:bodyPr/>
                    <a:lstStyle/>
                    <a:p>
                      <a:pPr marL="0" marR="0">
                        <a:lnSpc>
                          <a:spcPct val="97000"/>
                        </a:lnSpc>
                        <a:spcAft>
                          <a:spcPts val="75"/>
                        </a:spcAft>
                        <a:buNone/>
                      </a:pPr>
                      <a:endParaRPr lang="en-US" sz="1400" dirty="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extLst>
                  <a:ext uri="{0D108BD9-81ED-4DB2-BD59-A6C34878D82A}">
                    <a16:rowId xmlns:a16="http://schemas.microsoft.com/office/drawing/2014/main" val="2276776754"/>
                  </a:ext>
                </a:extLst>
              </a:tr>
              <a:tr h="740588">
                <a:tc>
                  <a:txBody>
                    <a:bodyPr/>
                    <a:lstStyle/>
                    <a:p>
                      <a:pPr marL="0" marR="0">
                        <a:lnSpc>
                          <a:spcPct val="97000"/>
                        </a:lnSpc>
                        <a:spcAft>
                          <a:spcPts val="75"/>
                        </a:spcAft>
                        <a:buNone/>
                      </a:pPr>
                      <a:r>
                        <a:rPr lang="en-US" sz="1400">
                          <a:effectLst/>
                          <a:latin typeface="Aptos" panose="020B0004020202020204" pitchFamily="34" charset="0"/>
                        </a:rPr>
                        <a:t>1.5 kg payload</a:t>
                      </a:r>
                      <a:endParaRPr lang="en-US" sz="140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tc>
                  <a:txBody>
                    <a:bodyPr/>
                    <a:lstStyle/>
                    <a:p>
                      <a:pPr marL="0" marR="0">
                        <a:lnSpc>
                          <a:spcPct val="97000"/>
                        </a:lnSpc>
                        <a:spcAft>
                          <a:spcPts val="75"/>
                        </a:spcAft>
                        <a:buNone/>
                      </a:pPr>
                      <a:r>
                        <a:rPr lang="en-US" sz="1400" dirty="0">
                          <a:effectLst/>
                          <a:latin typeface="Aptos" panose="020B0004020202020204" pitchFamily="34" charset="0"/>
                        </a:rPr>
                        <a:t>RGB zoom camera, thermal camera, 2D LiDAR, gimbal and mounts, all inside 1.5 kg.</a:t>
                      </a:r>
                      <a:endParaRPr lang="en-US" sz="1400" dirty="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tc>
                  <a:txBody>
                    <a:bodyPr/>
                    <a:lstStyle/>
                    <a:p>
                      <a:pPr marL="0" marR="0">
                        <a:lnSpc>
                          <a:spcPct val="97000"/>
                        </a:lnSpc>
                        <a:spcAft>
                          <a:spcPts val="75"/>
                        </a:spcAft>
                        <a:buNone/>
                      </a:pPr>
                      <a:endParaRPr lang="en-US" sz="1400" dirty="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extLst>
                  <a:ext uri="{0D108BD9-81ED-4DB2-BD59-A6C34878D82A}">
                    <a16:rowId xmlns:a16="http://schemas.microsoft.com/office/drawing/2014/main" val="4015383553"/>
                  </a:ext>
                </a:extLst>
              </a:tr>
              <a:tr h="740588">
                <a:tc>
                  <a:txBody>
                    <a:bodyPr/>
                    <a:lstStyle/>
                    <a:p>
                      <a:pPr marL="0" marR="0">
                        <a:lnSpc>
                          <a:spcPct val="97000"/>
                        </a:lnSpc>
                        <a:spcAft>
                          <a:spcPts val="75"/>
                        </a:spcAft>
                        <a:buNone/>
                      </a:pPr>
                      <a:r>
                        <a:rPr lang="en-US" sz="1400">
                          <a:effectLst/>
                          <a:latin typeface="Aptos" panose="020B0004020202020204" pitchFamily="34" charset="0"/>
                        </a:rPr>
                        <a:t>Obstacle avoidance</a:t>
                      </a:r>
                      <a:endParaRPr lang="en-US" sz="140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tc>
                  <a:txBody>
                    <a:bodyPr/>
                    <a:lstStyle/>
                    <a:p>
                      <a:pPr marL="0" marR="0">
                        <a:lnSpc>
                          <a:spcPct val="97000"/>
                        </a:lnSpc>
                        <a:spcAft>
                          <a:spcPts val="75"/>
                        </a:spcAft>
                        <a:buNone/>
                      </a:pPr>
                      <a:r>
                        <a:rPr lang="en-US" sz="1400" dirty="0">
                          <a:effectLst/>
                          <a:latin typeface="Aptos" panose="020B0004020202020204" pitchFamily="34" charset="0"/>
                        </a:rPr>
                        <a:t>Detect wires, tower members and vegetation early enough to stop.</a:t>
                      </a:r>
                      <a:endParaRPr lang="en-US" sz="1400" dirty="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tc>
                  <a:txBody>
                    <a:bodyPr/>
                    <a:lstStyle/>
                    <a:p>
                      <a:pPr marL="0" marR="0">
                        <a:lnSpc>
                          <a:spcPct val="97000"/>
                        </a:lnSpc>
                        <a:spcAft>
                          <a:spcPts val="75"/>
                        </a:spcAft>
                        <a:buNone/>
                      </a:pPr>
                      <a:endParaRPr lang="en-US" sz="1400" dirty="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extLst>
                  <a:ext uri="{0D108BD9-81ED-4DB2-BD59-A6C34878D82A}">
                    <a16:rowId xmlns:a16="http://schemas.microsoft.com/office/drawing/2014/main" val="1521538290"/>
                  </a:ext>
                </a:extLst>
              </a:tr>
            </a:tbl>
          </a:graphicData>
        </a:graphic>
      </p:graphicFrame>
    </p:spTree>
    <p:extLst>
      <p:ext uri="{BB962C8B-B14F-4D97-AF65-F5344CB8AC3E}">
        <p14:creationId xmlns:p14="http://schemas.microsoft.com/office/powerpoint/2010/main" val="12354496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BCACA-9688-2641-9F3A-C944FBC0A312}"/>
              </a:ext>
            </a:extLst>
          </p:cNvPr>
          <p:cNvSpPr>
            <a:spLocks noGrp="1"/>
          </p:cNvSpPr>
          <p:nvPr>
            <p:ph type="title"/>
          </p:nvPr>
        </p:nvSpPr>
        <p:spPr/>
        <p:txBody>
          <a:bodyPr>
            <a:normAutofit/>
          </a:bodyPr>
          <a:lstStyle/>
          <a:p>
            <a:r>
              <a:rPr lang="en-US" sz="3600" dirty="0">
                <a:latin typeface="Aptos" panose="020B0004020202020204" pitchFamily="34" charset="0"/>
              </a:rPr>
              <a:t>Avionics selection and placement</a:t>
            </a:r>
          </a:p>
        </p:txBody>
      </p:sp>
      <p:graphicFrame>
        <p:nvGraphicFramePr>
          <p:cNvPr id="4" name="Content Placeholder 3">
            <a:extLst>
              <a:ext uri="{FF2B5EF4-FFF2-40B4-BE49-F238E27FC236}">
                <a16:creationId xmlns:a16="http://schemas.microsoft.com/office/drawing/2014/main" id="{7675585D-E4CD-3EF7-1855-FC4E6CF4223C}"/>
              </a:ext>
            </a:extLst>
          </p:cNvPr>
          <p:cNvGraphicFramePr>
            <a:graphicFrameLocks noGrp="1"/>
          </p:cNvGraphicFramePr>
          <p:nvPr>
            <p:ph idx="1"/>
            <p:extLst>
              <p:ext uri="{D42A27DB-BD31-4B8C-83A1-F6EECF244321}">
                <p14:modId xmlns:p14="http://schemas.microsoft.com/office/powerpoint/2010/main" val="914728467"/>
              </p:ext>
            </p:extLst>
          </p:nvPr>
        </p:nvGraphicFramePr>
        <p:xfrm>
          <a:off x="485422" y="2009422"/>
          <a:ext cx="11334045" cy="4696175"/>
        </p:xfrm>
        <a:graphic>
          <a:graphicData uri="http://schemas.openxmlformats.org/drawingml/2006/table">
            <a:tbl>
              <a:tblPr firstRow="1" firstCol="1" bandRow="1">
                <a:tableStyleId>{5C22544A-7EE6-4342-B048-85BDC9FD1C3A}</a:tableStyleId>
              </a:tblPr>
              <a:tblGrid>
                <a:gridCol w="1933339">
                  <a:extLst>
                    <a:ext uri="{9D8B030D-6E8A-4147-A177-3AD203B41FA5}">
                      <a16:colId xmlns:a16="http://schemas.microsoft.com/office/drawing/2014/main" val="335043706"/>
                    </a:ext>
                  </a:extLst>
                </a:gridCol>
                <a:gridCol w="223694">
                  <a:extLst>
                    <a:ext uri="{9D8B030D-6E8A-4147-A177-3AD203B41FA5}">
                      <a16:colId xmlns:a16="http://schemas.microsoft.com/office/drawing/2014/main" val="3502578099"/>
                    </a:ext>
                  </a:extLst>
                </a:gridCol>
                <a:gridCol w="6491576">
                  <a:extLst>
                    <a:ext uri="{9D8B030D-6E8A-4147-A177-3AD203B41FA5}">
                      <a16:colId xmlns:a16="http://schemas.microsoft.com/office/drawing/2014/main" val="4195595607"/>
                    </a:ext>
                  </a:extLst>
                </a:gridCol>
                <a:gridCol w="2685436">
                  <a:extLst>
                    <a:ext uri="{9D8B030D-6E8A-4147-A177-3AD203B41FA5}">
                      <a16:colId xmlns:a16="http://schemas.microsoft.com/office/drawing/2014/main" val="3063146527"/>
                    </a:ext>
                  </a:extLst>
                </a:gridCol>
              </a:tblGrid>
              <a:tr h="332683">
                <a:tc>
                  <a:txBody>
                    <a:bodyPr/>
                    <a:lstStyle/>
                    <a:p>
                      <a:pPr marL="0" marR="0">
                        <a:lnSpc>
                          <a:spcPct val="97000"/>
                        </a:lnSpc>
                        <a:spcAft>
                          <a:spcPts val="75"/>
                        </a:spcAft>
                        <a:buNone/>
                      </a:pPr>
                      <a:r>
                        <a:rPr lang="en-US" sz="1400" dirty="0">
                          <a:effectLst/>
                          <a:latin typeface="Aptos" panose="020B0004020202020204" pitchFamily="34" charset="0"/>
                        </a:rPr>
                        <a:t>Function</a:t>
                      </a:r>
                      <a:endParaRPr lang="en-US" sz="1400" dirty="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tc>
                  <a:txBody>
                    <a:bodyPr/>
                    <a:lstStyle/>
                    <a:p>
                      <a:pPr marL="0" marR="0">
                        <a:lnSpc>
                          <a:spcPct val="97000"/>
                        </a:lnSpc>
                        <a:spcAft>
                          <a:spcPts val="75"/>
                        </a:spcAft>
                        <a:buNone/>
                      </a:pPr>
                      <a:endParaRPr lang="en-US" sz="1400" dirty="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tc>
                  <a:txBody>
                    <a:bodyPr/>
                    <a:lstStyle/>
                    <a:p>
                      <a:pPr marL="0" marR="0">
                        <a:lnSpc>
                          <a:spcPct val="97000"/>
                        </a:lnSpc>
                        <a:spcAft>
                          <a:spcPts val="75"/>
                        </a:spcAft>
                        <a:buNone/>
                      </a:pPr>
                      <a:r>
                        <a:rPr lang="en-US" sz="1400">
                          <a:effectLst/>
                          <a:latin typeface="Aptos" panose="020B0004020202020204" pitchFamily="34" charset="0"/>
                        </a:rPr>
                        <a:t>Placement</a:t>
                      </a:r>
                      <a:endParaRPr lang="en-US" sz="140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tc>
                  <a:txBody>
                    <a:bodyPr/>
                    <a:lstStyle/>
                    <a:p>
                      <a:pPr marL="0" marR="0">
                        <a:lnSpc>
                          <a:spcPct val="97000"/>
                        </a:lnSpc>
                        <a:spcAft>
                          <a:spcPts val="75"/>
                        </a:spcAft>
                        <a:buNone/>
                      </a:pPr>
                      <a:r>
                        <a:rPr lang="en-US" sz="1400">
                          <a:effectLst/>
                          <a:latin typeface="Aptos" panose="020B0004020202020204" pitchFamily="34" charset="0"/>
                        </a:rPr>
                        <a:t>EMI measure</a:t>
                      </a:r>
                      <a:endParaRPr lang="en-US" sz="140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extLst>
                  <a:ext uri="{0D108BD9-81ED-4DB2-BD59-A6C34878D82A}">
                    <a16:rowId xmlns:a16="http://schemas.microsoft.com/office/drawing/2014/main" val="3243162215"/>
                  </a:ext>
                </a:extLst>
              </a:tr>
              <a:tr h="478917">
                <a:tc>
                  <a:txBody>
                    <a:bodyPr/>
                    <a:lstStyle/>
                    <a:p>
                      <a:pPr marL="0" marR="0">
                        <a:lnSpc>
                          <a:spcPct val="97000"/>
                        </a:lnSpc>
                        <a:spcAft>
                          <a:spcPts val="75"/>
                        </a:spcAft>
                        <a:buNone/>
                      </a:pPr>
                      <a:r>
                        <a:rPr lang="en-US" sz="1400" dirty="0">
                          <a:effectLst/>
                          <a:latin typeface="Aptos" panose="020B0004020202020204" pitchFamily="34" charset="0"/>
                        </a:rPr>
                        <a:t>Flight controller + IMU</a:t>
                      </a:r>
                      <a:endParaRPr lang="en-US" sz="1400" dirty="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tc>
                  <a:txBody>
                    <a:bodyPr/>
                    <a:lstStyle/>
                    <a:p>
                      <a:pPr marL="0" marR="0">
                        <a:lnSpc>
                          <a:spcPct val="97000"/>
                        </a:lnSpc>
                        <a:spcAft>
                          <a:spcPts val="75"/>
                        </a:spcAft>
                        <a:buNone/>
                      </a:pPr>
                      <a:endParaRPr lang="en-US" sz="1400" dirty="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tc>
                  <a:txBody>
                    <a:bodyPr/>
                    <a:lstStyle/>
                    <a:p>
                      <a:pPr marL="0" marR="0">
                        <a:lnSpc>
                          <a:spcPct val="97000"/>
                        </a:lnSpc>
                        <a:spcAft>
                          <a:spcPts val="75"/>
                        </a:spcAft>
                        <a:buNone/>
                      </a:pPr>
                      <a:r>
                        <a:rPr lang="en-US" sz="1400">
                          <a:effectLst/>
                          <a:latin typeface="Aptos" panose="020B0004020202020204" pitchFamily="34" charset="0"/>
                        </a:rPr>
                        <a:t>Damped plate at the centre of gravity</a:t>
                      </a:r>
                      <a:endParaRPr lang="en-US" sz="140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tc>
                  <a:txBody>
                    <a:bodyPr/>
                    <a:lstStyle/>
                    <a:p>
                      <a:pPr marL="0" marR="0">
                        <a:lnSpc>
                          <a:spcPct val="97000"/>
                        </a:lnSpc>
                        <a:spcAft>
                          <a:spcPts val="75"/>
                        </a:spcAft>
                        <a:buNone/>
                      </a:pPr>
                      <a:r>
                        <a:rPr lang="en-US" sz="1400">
                          <a:effectLst/>
                          <a:latin typeface="Aptos" panose="020B0004020202020204" pitchFamily="34" charset="0"/>
                        </a:rPr>
                        <a:t>Metal case, shielded cables, away from ESC power leads</a:t>
                      </a:r>
                      <a:endParaRPr lang="en-US" sz="140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extLst>
                  <a:ext uri="{0D108BD9-81ED-4DB2-BD59-A6C34878D82A}">
                    <a16:rowId xmlns:a16="http://schemas.microsoft.com/office/drawing/2014/main" val="1085293212"/>
                  </a:ext>
                </a:extLst>
              </a:tr>
              <a:tr h="678390">
                <a:tc>
                  <a:txBody>
                    <a:bodyPr/>
                    <a:lstStyle/>
                    <a:p>
                      <a:pPr marL="0" marR="0">
                        <a:lnSpc>
                          <a:spcPct val="97000"/>
                        </a:lnSpc>
                        <a:spcAft>
                          <a:spcPts val="75"/>
                        </a:spcAft>
                        <a:buNone/>
                      </a:pPr>
                      <a:r>
                        <a:rPr lang="en-US" sz="1400" dirty="0">
                          <a:effectLst/>
                          <a:latin typeface="Aptos" panose="020B0004020202020204" pitchFamily="34" charset="0"/>
                        </a:rPr>
                        <a:t>Navigation 1: dual-antenna GNSS with RTK</a:t>
                      </a:r>
                      <a:endParaRPr lang="en-US" sz="1400" dirty="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tc>
                  <a:txBody>
                    <a:bodyPr/>
                    <a:lstStyle/>
                    <a:p>
                      <a:pPr marL="0" marR="0">
                        <a:lnSpc>
                          <a:spcPct val="97000"/>
                        </a:lnSpc>
                        <a:spcAft>
                          <a:spcPts val="75"/>
                        </a:spcAft>
                        <a:buNone/>
                      </a:pPr>
                      <a:endParaRPr lang="en-US" sz="1400" dirty="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tc>
                  <a:txBody>
                    <a:bodyPr/>
                    <a:lstStyle/>
                    <a:p>
                      <a:pPr marL="0" marR="0">
                        <a:lnSpc>
                          <a:spcPct val="97000"/>
                        </a:lnSpc>
                        <a:spcAft>
                          <a:spcPts val="75"/>
                        </a:spcAft>
                        <a:buNone/>
                      </a:pPr>
                      <a:r>
                        <a:rPr lang="en-US" sz="1400">
                          <a:effectLst/>
                          <a:latin typeface="Aptos" panose="020B0004020202020204" pitchFamily="34" charset="0"/>
                        </a:rPr>
                        <a:t>Two antennas on carbon booms either side of the mast, 0.8 m apart, above the top plate</a:t>
                      </a:r>
                      <a:endParaRPr lang="en-US" sz="140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tc>
                  <a:txBody>
                    <a:bodyPr/>
                    <a:lstStyle/>
                    <a:p>
                      <a:pPr marL="0" marR="0">
                        <a:lnSpc>
                          <a:spcPct val="97000"/>
                        </a:lnSpc>
                        <a:spcAft>
                          <a:spcPts val="75"/>
                        </a:spcAft>
                        <a:buNone/>
                      </a:pPr>
                      <a:r>
                        <a:rPr lang="en-US" sz="1400">
                          <a:effectLst/>
                          <a:latin typeface="Aptos" panose="020B0004020202020204" pitchFamily="34" charset="0"/>
                        </a:rPr>
                        <a:t>Antennas away from power wiring, CAN link</a:t>
                      </a:r>
                      <a:endParaRPr lang="en-US" sz="140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extLst>
                  <a:ext uri="{0D108BD9-81ED-4DB2-BD59-A6C34878D82A}">
                    <a16:rowId xmlns:a16="http://schemas.microsoft.com/office/drawing/2014/main" val="598295868"/>
                  </a:ext>
                </a:extLst>
              </a:tr>
              <a:tr h="478917">
                <a:tc>
                  <a:txBody>
                    <a:bodyPr/>
                    <a:lstStyle/>
                    <a:p>
                      <a:pPr marL="0" marR="0">
                        <a:lnSpc>
                          <a:spcPct val="97000"/>
                        </a:lnSpc>
                        <a:spcAft>
                          <a:spcPts val="75"/>
                        </a:spcAft>
                        <a:buNone/>
                      </a:pPr>
                      <a:r>
                        <a:rPr lang="en-US" sz="1400">
                          <a:effectLst/>
                          <a:latin typeface="Aptos" panose="020B0004020202020204" pitchFamily="34" charset="0"/>
                        </a:rPr>
                        <a:t>Navigation 2: optical flow</a:t>
                      </a:r>
                      <a:endParaRPr lang="en-US" sz="140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tc>
                  <a:txBody>
                    <a:bodyPr/>
                    <a:lstStyle/>
                    <a:p>
                      <a:pPr marL="0" marR="0">
                        <a:lnSpc>
                          <a:spcPct val="97000"/>
                        </a:lnSpc>
                        <a:spcAft>
                          <a:spcPts val="75"/>
                        </a:spcAft>
                        <a:buNone/>
                      </a:pPr>
                      <a:endParaRPr lang="en-US" sz="1400" dirty="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tc>
                  <a:txBody>
                    <a:bodyPr/>
                    <a:lstStyle/>
                    <a:p>
                      <a:pPr marL="0" marR="0">
                        <a:lnSpc>
                          <a:spcPct val="97000"/>
                        </a:lnSpc>
                        <a:spcAft>
                          <a:spcPts val="75"/>
                        </a:spcAft>
                        <a:buNone/>
                      </a:pPr>
                      <a:r>
                        <a:rPr lang="en-US" sz="1400" dirty="0">
                          <a:effectLst/>
                          <a:latin typeface="Aptos" panose="020B0004020202020204" pitchFamily="34" charset="0"/>
                        </a:rPr>
                        <a:t>Bottom plate, facing straight down</a:t>
                      </a:r>
                      <a:endParaRPr lang="en-US" sz="1400" dirty="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tc>
                  <a:txBody>
                    <a:bodyPr/>
                    <a:lstStyle/>
                    <a:p>
                      <a:pPr marL="0" marR="0">
                        <a:lnSpc>
                          <a:spcPct val="97000"/>
                        </a:lnSpc>
                        <a:spcAft>
                          <a:spcPts val="75"/>
                        </a:spcAft>
                        <a:buNone/>
                      </a:pPr>
                      <a:r>
                        <a:rPr lang="en-US" sz="1400">
                          <a:effectLst/>
                          <a:latin typeface="Aptos" panose="020B0004020202020204" pitchFamily="34" charset="0"/>
                        </a:rPr>
                        <a:t>Short cable, digital bus</a:t>
                      </a:r>
                      <a:endParaRPr lang="en-US" sz="140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extLst>
                  <a:ext uri="{0D108BD9-81ED-4DB2-BD59-A6C34878D82A}">
                    <a16:rowId xmlns:a16="http://schemas.microsoft.com/office/drawing/2014/main" val="829492103"/>
                  </a:ext>
                </a:extLst>
              </a:tr>
              <a:tr h="478917">
                <a:tc>
                  <a:txBody>
                    <a:bodyPr/>
                    <a:lstStyle/>
                    <a:p>
                      <a:pPr marL="0" marR="0">
                        <a:lnSpc>
                          <a:spcPct val="97000"/>
                        </a:lnSpc>
                        <a:spcAft>
                          <a:spcPts val="75"/>
                        </a:spcAft>
                        <a:buNone/>
                      </a:pPr>
                      <a:r>
                        <a:rPr lang="en-US" sz="1400">
                          <a:effectLst/>
                          <a:latin typeface="Aptos" panose="020B0004020202020204" pitchFamily="34" charset="0"/>
                        </a:rPr>
                        <a:t>Navigation 3: industrial IMU</a:t>
                      </a:r>
                      <a:endParaRPr lang="en-US" sz="140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tc>
                  <a:txBody>
                    <a:bodyPr/>
                    <a:lstStyle/>
                    <a:p>
                      <a:pPr marL="0" marR="0">
                        <a:lnSpc>
                          <a:spcPct val="97000"/>
                        </a:lnSpc>
                        <a:spcAft>
                          <a:spcPts val="75"/>
                        </a:spcAft>
                        <a:buNone/>
                      </a:pPr>
                      <a:endParaRPr lang="en-US" sz="1400" dirty="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tc>
                  <a:txBody>
                    <a:bodyPr/>
                    <a:lstStyle/>
                    <a:p>
                      <a:pPr marL="0" marR="0">
                        <a:lnSpc>
                          <a:spcPct val="97000"/>
                        </a:lnSpc>
                        <a:spcAft>
                          <a:spcPts val="75"/>
                        </a:spcAft>
                        <a:buNone/>
                      </a:pPr>
                      <a:r>
                        <a:rPr lang="en-US" sz="1400" dirty="0">
                          <a:effectLst/>
                          <a:latin typeface="Aptos" panose="020B0004020202020204" pitchFamily="34" charset="0"/>
                        </a:rPr>
                        <a:t>Rigid plate beside the flight controller, near the CG</a:t>
                      </a:r>
                      <a:endParaRPr lang="en-US" sz="1400" dirty="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tc>
                  <a:txBody>
                    <a:bodyPr/>
                    <a:lstStyle/>
                    <a:p>
                      <a:pPr marL="0" marR="0">
                        <a:lnSpc>
                          <a:spcPct val="97000"/>
                        </a:lnSpc>
                        <a:spcAft>
                          <a:spcPts val="75"/>
                        </a:spcAft>
                        <a:buNone/>
                      </a:pPr>
                      <a:r>
                        <a:rPr lang="en-US" sz="1400">
                          <a:effectLst/>
                          <a:latin typeface="Aptos" panose="020B0004020202020204" pitchFamily="34" charset="0"/>
                        </a:rPr>
                        <a:t>Its magnetometer is turned off</a:t>
                      </a:r>
                      <a:endParaRPr lang="en-US" sz="140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extLst>
                  <a:ext uri="{0D108BD9-81ED-4DB2-BD59-A6C34878D82A}">
                    <a16:rowId xmlns:a16="http://schemas.microsoft.com/office/drawing/2014/main" val="4067022803"/>
                  </a:ext>
                </a:extLst>
              </a:tr>
              <a:tr h="478917">
                <a:tc>
                  <a:txBody>
                    <a:bodyPr/>
                    <a:lstStyle/>
                    <a:p>
                      <a:pPr marL="0" marR="0">
                        <a:lnSpc>
                          <a:spcPct val="97000"/>
                        </a:lnSpc>
                        <a:spcAft>
                          <a:spcPts val="75"/>
                        </a:spcAft>
                        <a:buNone/>
                      </a:pPr>
                      <a:r>
                        <a:rPr lang="en-US" sz="1400">
                          <a:effectLst/>
                          <a:latin typeface="Aptos" panose="020B0004020202020204" pitchFamily="34" charset="0"/>
                        </a:rPr>
                        <a:t>Obstacle and stand-off</a:t>
                      </a:r>
                      <a:endParaRPr lang="en-US" sz="140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tc>
                  <a:txBody>
                    <a:bodyPr/>
                    <a:lstStyle/>
                    <a:p>
                      <a:pPr marL="0" marR="0">
                        <a:lnSpc>
                          <a:spcPct val="97000"/>
                        </a:lnSpc>
                        <a:spcAft>
                          <a:spcPts val="75"/>
                        </a:spcAft>
                        <a:buNone/>
                      </a:pPr>
                      <a:endParaRPr lang="en-US" sz="1400" dirty="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tc>
                  <a:txBody>
                    <a:bodyPr/>
                    <a:lstStyle/>
                    <a:p>
                      <a:pPr marL="0" marR="0">
                        <a:lnSpc>
                          <a:spcPct val="97000"/>
                        </a:lnSpc>
                        <a:spcAft>
                          <a:spcPts val="75"/>
                        </a:spcAft>
                        <a:buNone/>
                      </a:pPr>
                      <a:r>
                        <a:rPr lang="en-US" sz="1400" dirty="0">
                          <a:effectLst/>
                          <a:latin typeface="Aptos" panose="020B0004020202020204" pitchFamily="34" charset="0"/>
                        </a:rPr>
                        <a:t>Front of the pod, scan plane vertical along the heading</a:t>
                      </a:r>
                      <a:endParaRPr lang="en-US" sz="1400" dirty="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tc>
                  <a:txBody>
                    <a:bodyPr/>
                    <a:lstStyle/>
                    <a:p>
                      <a:pPr marL="0" marR="0">
                        <a:lnSpc>
                          <a:spcPct val="97000"/>
                        </a:lnSpc>
                        <a:spcAft>
                          <a:spcPts val="75"/>
                        </a:spcAft>
                        <a:buNone/>
                      </a:pPr>
                      <a:r>
                        <a:rPr lang="en-US" sz="1400">
                          <a:effectLst/>
                          <a:latin typeface="Aptos" panose="020B0004020202020204" pitchFamily="34" charset="0"/>
                        </a:rPr>
                        <a:t>Optical, shielded cable</a:t>
                      </a:r>
                      <a:endParaRPr lang="en-US" sz="140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extLst>
                  <a:ext uri="{0D108BD9-81ED-4DB2-BD59-A6C34878D82A}">
                    <a16:rowId xmlns:a16="http://schemas.microsoft.com/office/drawing/2014/main" val="1005543589"/>
                  </a:ext>
                </a:extLst>
              </a:tr>
              <a:tr h="478917">
                <a:tc>
                  <a:txBody>
                    <a:bodyPr/>
                    <a:lstStyle/>
                    <a:p>
                      <a:pPr marL="0" marR="0">
                        <a:lnSpc>
                          <a:spcPct val="97000"/>
                        </a:lnSpc>
                        <a:spcAft>
                          <a:spcPts val="75"/>
                        </a:spcAft>
                        <a:buNone/>
                      </a:pPr>
                      <a:r>
                        <a:rPr lang="en-US" sz="1400">
                          <a:effectLst/>
                          <a:latin typeface="Aptos" panose="020B0004020202020204" pitchFamily="34" charset="0"/>
                        </a:rPr>
                        <a:t>Payload</a:t>
                      </a:r>
                      <a:endParaRPr lang="en-US" sz="140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tc>
                  <a:txBody>
                    <a:bodyPr/>
                    <a:lstStyle/>
                    <a:p>
                      <a:pPr marL="0" marR="0">
                        <a:lnSpc>
                          <a:spcPct val="97000"/>
                        </a:lnSpc>
                        <a:spcAft>
                          <a:spcPts val="75"/>
                        </a:spcAft>
                        <a:buNone/>
                      </a:pPr>
                      <a:endParaRPr lang="en-US" sz="1400" dirty="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tc>
                  <a:txBody>
                    <a:bodyPr/>
                    <a:lstStyle/>
                    <a:p>
                      <a:pPr marL="0" marR="0">
                        <a:lnSpc>
                          <a:spcPct val="97000"/>
                        </a:lnSpc>
                        <a:spcAft>
                          <a:spcPts val="75"/>
                        </a:spcAft>
                        <a:buNone/>
                      </a:pPr>
                      <a:r>
                        <a:rPr lang="en-US" sz="1400" dirty="0">
                          <a:effectLst/>
                          <a:latin typeface="Aptos" panose="020B0004020202020204" pitchFamily="34" charset="0"/>
                        </a:rPr>
                        <a:t>Pod below the frame on rubber dampers, quick-release slide-in</a:t>
                      </a:r>
                      <a:endParaRPr lang="en-US" sz="1400" dirty="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tc>
                  <a:txBody>
                    <a:bodyPr/>
                    <a:lstStyle/>
                    <a:p>
                      <a:pPr marL="0" marR="0">
                        <a:lnSpc>
                          <a:spcPct val="97000"/>
                        </a:lnSpc>
                        <a:spcAft>
                          <a:spcPts val="75"/>
                        </a:spcAft>
                        <a:buNone/>
                      </a:pPr>
                      <a:r>
                        <a:rPr lang="en-US" sz="1400">
                          <a:effectLst/>
                          <a:latin typeface="Aptos" panose="020B0004020202020204" pitchFamily="34" charset="0"/>
                        </a:rPr>
                        <a:t>Own filtered DC-DC supply, shielded video lines</a:t>
                      </a:r>
                      <a:endParaRPr lang="en-US" sz="140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extLst>
                  <a:ext uri="{0D108BD9-81ED-4DB2-BD59-A6C34878D82A}">
                    <a16:rowId xmlns:a16="http://schemas.microsoft.com/office/drawing/2014/main" val="296502964"/>
                  </a:ext>
                </a:extLst>
              </a:tr>
              <a:tr h="478917">
                <a:tc>
                  <a:txBody>
                    <a:bodyPr/>
                    <a:lstStyle/>
                    <a:p>
                      <a:pPr marL="0" marR="0">
                        <a:lnSpc>
                          <a:spcPct val="97000"/>
                        </a:lnSpc>
                        <a:spcAft>
                          <a:spcPts val="75"/>
                        </a:spcAft>
                        <a:buNone/>
                      </a:pPr>
                      <a:r>
                        <a:rPr lang="en-US" sz="1400">
                          <a:effectLst/>
                          <a:latin typeface="Aptos" panose="020B0004020202020204" pitchFamily="34" charset="0"/>
                        </a:rPr>
                        <a:t>Companion computer</a:t>
                      </a:r>
                      <a:endParaRPr lang="en-US" sz="140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tc>
                  <a:txBody>
                    <a:bodyPr/>
                    <a:lstStyle/>
                    <a:p>
                      <a:pPr marL="0" marR="0">
                        <a:lnSpc>
                          <a:spcPct val="97000"/>
                        </a:lnSpc>
                        <a:spcAft>
                          <a:spcPts val="75"/>
                        </a:spcAft>
                        <a:buNone/>
                      </a:pPr>
                      <a:endParaRPr lang="en-US" sz="1400" dirty="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tc>
                  <a:txBody>
                    <a:bodyPr/>
                    <a:lstStyle/>
                    <a:p>
                      <a:pPr marL="0" marR="0">
                        <a:lnSpc>
                          <a:spcPct val="97000"/>
                        </a:lnSpc>
                        <a:spcAft>
                          <a:spcPts val="75"/>
                        </a:spcAft>
                        <a:buNone/>
                      </a:pPr>
                      <a:r>
                        <a:rPr lang="en-US" sz="1400" dirty="0">
                          <a:effectLst/>
                          <a:latin typeface="Aptos" panose="020B0004020202020204" pitchFamily="34" charset="0"/>
                        </a:rPr>
                        <a:t>Inside the hub, shielded</a:t>
                      </a:r>
                      <a:endParaRPr lang="en-US" sz="1400" dirty="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tc>
                  <a:txBody>
                    <a:bodyPr/>
                    <a:lstStyle/>
                    <a:p>
                      <a:pPr marL="0" marR="0">
                        <a:lnSpc>
                          <a:spcPct val="97000"/>
                        </a:lnSpc>
                        <a:spcAft>
                          <a:spcPts val="75"/>
                        </a:spcAft>
                        <a:buNone/>
                      </a:pPr>
                      <a:r>
                        <a:rPr lang="en-US" sz="1400">
                          <a:effectLst/>
                          <a:latin typeface="Aptos" panose="020B0004020202020204" pitchFamily="34" charset="0"/>
                        </a:rPr>
                        <a:t>Own regulator, heartbeat to the flight controller</a:t>
                      </a:r>
                      <a:endParaRPr lang="en-US" sz="140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extLst>
                  <a:ext uri="{0D108BD9-81ED-4DB2-BD59-A6C34878D82A}">
                    <a16:rowId xmlns:a16="http://schemas.microsoft.com/office/drawing/2014/main" val="3662498008"/>
                  </a:ext>
                </a:extLst>
              </a:tr>
              <a:tr h="332683">
                <a:tc>
                  <a:txBody>
                    <a:bodyPr/>
                    <a:lstStyle/>
                    <a:p>
                      <a:pPr marL="0" marR="0">
                        <a:lnSpc>
                          <a:spcPct val="97000"/>
                        </a:lnSpc>
                        <a:spcAft>
                          <a:spcPts val="75"/>
                        </a:spcAft>
                        <a:buNone/>
                      </a:pPr>
                      <a:r>
                        <a:rPr lang="en-US" sz="1400">
                          <a:effectLst/>
                          <a:latin typeface="Aptos" panose="020B0004020202020204" pitchFamily="34" charset="0"/>
                        </a:rPr>
                        <a:t>Links</a:t>
                      </a:r>
                      <a:endParaRPr lang="en-US" sz="140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tc>
                  <a:txBody>
                    <a:bodyPr/>
                    <a:lstStyle/>
                    <a:p>
                      <a:pPr marL="0" marR="0">
                        <a:lnSpc>
                          <a:spcPct val="97000"/>
                        </a:lnSpc>
                        <a:spcAft>
                          <a:spcPts val="75"/>
                        </a:spcAft>
                        <a:buNone/>
                      </a:pPr>
                      <a:endParaRPr lang="en-US" sz="1400" dirty="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tc>
                  <a:txBody>
                    <a:bodyPr/>
                    <a:lstStyle/>
                    <a:p>
                      <a:pPr marL="0" marR="0">
                        <a:lnSpc>
                          <a:spcPct val="97000"/>
                        </a:lnSpc>
                        <a:spcAft>
                          <a:spcPts val="75"/>
                        </a:spcAft>
                        <a:buNone/>
                      </a:pPr>
                      <a:r>
                        <a:rPr lang="en-US" sz="1400" dirty="0">
                          <a:effectLst/>
                          <a:latin typeface="Aptos" panose="020B0004020202020204" pitchFamily="34" charset="0"/>
                        </a:rPr>
                        <a:t>Antennas on the arms, away from GNSS</a:t>
                      </a:r>
                      <a:endParaRPr lang="en-US" sz="1400" dirty="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tc>
                  <a:txBody>
                    <a:bodyPr/>
                    <a:lstStyle/>
                    <a:p>
                      <a:pPr marL="0" marR="0">
                        <a:lnSpc>
                          <a:spcPct val="97000"/>
                        </a:lnSpc>
                        <a:spcAft>
                          <a:spcPts val="75"/>
                        </a:spcAft>
                        <a:buNone/>
                      </a:pPr>
                      <a:r>
                        <a:rPr lang="en-US" sz="1400" dirty="0">
                          <a:effectLst/>
                          <a:latin typeface="Aptos" panose="020B0004020202020204" pitchFamily="34" charset="0"/>
                        </a:rPr>
                        <a:t>Two independent bands</a:t>
                      </a:r>
                      <a:endParaRPr lang="en-US" sz="1400" dirty="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extLst>
                  <a:ext uri="{0D108BD9-81ED-4DB2-BD59-A6C34878D82A}">
                    <a16:rowId xmlns:a16="http://schemas.microsoft.com/office/drawing/2014/main" val="388329118"/>
                  </a:ext>
                </a:extLst>
              </a:tr>
              <a:tr h="478917">
                <a:tc>
                  <a:txBody>
                    <a:bodyPr/>
                    <a:lstStyle/>
                    <a:p>
                      <a:pPr marL="0" marR="0">
                        <a:lnSpc>
                          <a:spcPct val="97000"/>
                        </a:lnSpc>
                        <a:spcAft>
                          <a:spcPts val="75"/>
                        </a:spcAft>
                        <a:buNone/>
                      </a:pPr>
                      <a:r>
                        <a:rPr lang="en-US" sz="1400">
                          <a:effectLst/>
                          <a:latin typeface="Aptos" panose="020B0004020202020204" pitchFamily="34" charset="0"/>
                        </a:rPr>
                        <a:t>Power</a:t>
                      </a:r>
                      <a:endParaRPr lang="en-US" sz="140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tc>
                  <a:txBody>
                    <a:bodyPr/>
                    <a:lstStyle/>
                    <a:p>
                      <a:pPr marL="0" marR="0">
                        <a:lnSpc>
                          <a:spcPct val="97000"/>
                        </a:lnSpc>
                        <a:spcAft>
                          <a:spcPts val="75"/>
                        </a:spcAft>
                        <a:buNone/>
                      </a:pPr>
                      <a:endParaRPr lang="en-US" sz="1400" dirty="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tc>
                  <a:txBody>
                    <a:bodyPr/>
                    <a:lstStyle/>
                    <a:p>
                      <a:pPr marL="0" marR="0">
                        <a:lnSpc>
                          <a:spcPct val="97000"/>
                        </a:lnSpc>
                        <a:spcAft>
                          <a:spcPts val="75"/>
                        </a:spcAft>
                        <a:buNone/>
                      </a:pPr>
                      <a:r>
                        <a:rPr lang="en-US" sz="1400">
                          <a:effectLst/>
                          <a:latin typeface="Aptos" panose="020B0004020202020204" pitchFamily="34" charset="0"/>
                        </a:rPr>
                        <a:t>Battery on the centreline</a:t>
                      </a:r>
                      <a:endParaRPr lang="en-US" sz="140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tc>
                  <a:txBody>
                    <a:bodyPr/>
                    <a:lstStyle/>
                    <a:p>
                      <a:pPr marL="0" marR="0">
                        <a:lnSpc>
                          <a:spcPct val="97000"/>
                        </a:lnSpc>
                        <a:spcAft>
                          <a:spcPts val="75"/>
                        </a:spcAft>
                        <a:buNone/>
                      </a:pPr>
                      <a:r>
                        <a:rPr lang="en-US" sz="1400" dirty="0">
                          <a:effectLst/>
                          <a:latin typeface="Aptos" panose="020B0004020202020204" pitchFamily="34" charset="0"/>
                        </a:rPr>
                        <a:t>Star ground, twisted pairs, ferrites</a:t>
                      </a:r>
                      <a:endParaRPr lang="en-US" sz="1400" dirty="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extLst>
                  <a:ext uri="{0D108BD9-81ED-4DB2-BD59-A6C34878D82A}">
                    <a16:rowId xmlns:a16="http://schemas.microsoft.com/office/drawing/2014/main" val="166328292"/>
                  </a:ext>
                </a:extLst>
              </a:tr>
            </a:tbl>
          </a:graphicData>
        </a:graphic>
      </p:graphicFrame>
    </p:spTree>
    <p:extLst>
      <p:ext uri="{BB962C8B-B14F-4D97-AF65-F5344CB8AC3E}">
        <p14:creationId xmlns:p14="http://schemas.microsoft.com/office/powerpoint/2010/main" val="10861017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03AB0-B37C-75FC-A831-88E6CED6A42A}"/>
              </a:ext>
            </a:extLst>
          </p:cNvPr>
          <p:cNvSpPr>
            <a:spLocks noGrp="1"/>
          </p:cNvSpPr>
          <p:nvPr>
            <p:ph type="title"/>
          </p:nvPr>
        </p:nvSpPr>
        <p:spPr/>
        <p:txBody>
          <a:bodyPr>
            <a:normAutofit/>
          </a:bodyPr>
          <a:lstStyle/>
          <a:p>
            <a:r>
              <a:rPr lang="en-US" sz="3600" dirty="0"/>
              <a:t>Hexacopter airframe built for gusts and live-line work</a:t>
            </a:r>
          </a:p>
        </p:txBody>
      </p:sp>
      <p:sp>
        <p:nvSpPr>
          <p:cNvPr id="3" name="Content Placeholder 2">
            <a:extLst>
              <a:ext uri="{FF2B5EF4-FFF2-40B4-BE49-F238E27FC236}">
                <a16:creationId xmlns:a16="http://schemas.microsoft.com/office/drawing/2014/main" id="{9E3A22AC-299E-794B-0784-0ED5953004BF}"/>
              </a:ext>
            </a:extLst>
          </p:cNvPr>
          <p:cNvSpPr>
            <a:spLocks noGrp="1"/>
          </p:cNvSpPr>
          <p:nvPr>
            <p:ph idx="1"/>
          </p:nvPr>
        </p:nvSpPr>
        <p:spPr>
          <a:xfrm>
            <a:off x="539496" y="2115542"/>
            <a:ext cx="6473952" cy="4451514"/>
          </a:xfrm>
        </p:spPr>
        <p:txBody>
          <a:bodyPr/>
          <a:lstStyle/>
          <a:p>
            <a:pPr lvl="0"/>
            <a:r>
              <a:rPr lang="en-US" b="1" dirty="0"/>
              <a:t>Layout:</a:t>
            </a:r>
            <a:r>
              <a:rPr lang="en-US" dirty="0"/>
              <a:t> hexacopter, X-layout, six 20 in props, about 1.63 m tip to tip.</a:t>
            </a:r>
          </a:p>
          <a:p>
            <a:pPr lvl="0"/>
            <a:endParaRPr lang="en-US" dirty="0"/>
          </a:p>
          <a:p>
            <a:pPr lvl="0"/>
            <a:r>
              <a:rPr lang="en-US" b="1" dirty="0"/>
              <a:t>Why six motors:</a:t>
            </a:r>
            <a:r>
              <a:rPr lang="en-US" dirty="0"/>
              <a:t> it can lose one motor and still land under control, which supports the failsafe case near live conductors.</a:t>
            </a:r>
          </a:p>
          <a:p>
            <a:pPr lvl="0"/>
            <a:endParaRPr lang="en-US" dirty="0"/>
          </a:p>
          <a:p>
            <a:pPr lvl="0"/>
            <a:r>
              <a:rPr lang="en-US" b="1" dirty="0"/>
              <a:t>Gust rejection:</a:t>
            </a:r>
            <a:r>
              <a:rPr lang="en-US" dirty="0"/>
              <a:t> thrust-to-weight of 2, low frontal area, streamlined fairing and a CG kept close to the thrust plane. Estimated tilt in a 12 m/s gust is about 13°.</a:t>
            </a:r>
          </a:p>
          <a:p>
            <a:pPr lvl="0"/>
            <a:endParaRPr lang="en-US" dirty="0"/>
          </a:p>
          <a:p>
            <a:pPr lvl="0"/>
            <a:r>
              <a:rPr lang="en-US" b="1" dirty="0"/>
              <a:t>Insulating structure:</a:t>
            </a:r>
            <a:r>
              <a:rPr lang="en-US" dirty="0"/>
              <a:t> carbon </a:t>
            </a:r>
            <a:r>
              <a:rPr lang="en-US" dirty="0" err="1"/>
              <a:t>fibre</a:t>
            </a:r>
            <a:r>
              <a:rPr lang="en-US" dirty="0"/>
              <a:t> inboard, glass </a:t>
            </a:r>
            <a:r>
              <a:rPr lang="en-US" dirty="0" err="1"/>
              <a:t>fibre</a:t>
            </a:r>
            <a:r>
              <a:rPr lang="en-US" dirty="0"/>
              <a:t> (GFRP) for outer arms, legs and masts, because carbon conducts.</a:t>
            </a:r>
          </a:p>
          <a:p>
            <a:pPr lvl="0"/>
            <a:endParaRPr lang="en-US" dirty="0"/>
          </a:p>
          <a:p>
            <a:pPr lvl="0"/>
            <a:r>
              <a:rPr lang="en-US" b="1" dirty="0"/>
              <a:t>Compact core:</a:t>
            </a:r>
            <a:r>
              <a:rPr lang="en-US" dirty="0"/>
              <a:t> three plates, 340 × 260 mm, with a battery bay below and a shielded avionics bay above.</a:t>
            </a:r>
          </a:p>
          <a:p>
            <a:endParaRPr lang="en-US" dirty="0"/>
          </a:p>
        </p:txBody>
      </p:sp>
      <p:pic>
        <p:nvPicPr>
          <p:cNvPr id="5" name="Picture 4">
            <a:extLst>
              <a:ext uri="{FF2B5EF4-FFF2-40B4-BE49-F238E27FC236}">
                <a16:creationId xmlns:a16="http://schemas.microsoft.com/office/drawing/2014/main" id="{BF7FE3F3-AABA-23EE-499A-4E8CF6F2CA3F}"/>
              </a:ext>
            </a:extLst>
          </p:cNvPr>
          <p:cNvPicPr>
            <a:picLocks noChangeAspect="1"/>
          </p:cNvPicPr>
          <p:nvPr/>
        </p:nvPicPr>
        <p:blipFill>
          <a:blip r:embed="rId2"/>
          <a:stretch>
            <a:fillRect/>
          </a:stretch>
        </p:blipFill>
        <p:spPr>
          <a:xfrm>
            <a:off x="7737868" y="2115542"/>
            <a:ext cx="3640831" cy="3730238"/>
          </a:xfrm>
          <a:prstGeom prst="rect">
            <a:avLst/>
          </a:prstGeom>
        </p:spPr>
      </p:pic>
    </p:spTree>
    <p:extLst>
      <p:ext uri="{BB962C8B-B14F-4D97-AF65-F5344CB8AC3E}">
        <p14:creationId xmlns:p14="http://schemas.microsoft.com/office/powerpoint/2010/main" val="10146058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43EB1C-22D3-9932-1EDD-47B627EAAD88}"/>
              </a:ext>
            </a:extLst>
          </p:cNvPr>
          <p:cNvSpPr>
            <a:spLocks noGrp="1"/>
          </p:cNvSpPr>
          <p:nvPr>
            <p:ph idx="1"/>
          </p:nvPr>
        </p:nvSpPr>
        <p:spPr>
          <a:xfrm>
            <a:off x="539496" y="2115542"/>
            <a:ext cx="7141464" cy="4451514"/>
          </a:xfrm>
        </p:spPr>
        <p:txBody>
          <a:bodyPr/>
          <a:lstStyle/>
          <a:p>
            <a:pPr lvl="0"/>
            <a:r>
              <a:rPr lang="en-US" b="1" dirty="0"/>
              <a:t>Vertical stack:</a:t>
            </a:r>
            <a:r>
              <a:rPr lang="en-US" dirty="0"/>
              <a:t> quick-release payload plate and gimbal below, battery bay, shielded avionics bay, then GNSS stands above.</a:t>
            </a:r>
          </a:p>
          <a:p>
            <a:pPr lvl="0"/>
            <a:endParaRPr lang="en-US" dirty="0"/>
          </a:p>
          <a:p>
            <a:pPr lvl="0"/>
            <a:r>
              <a:rPr lang="en-US" b="1" dirty="0"/>
              <a:t>EMI-aware placement:</a:t>
            </a:r>
            <a:r>
              <a:rPr lang="en-US" dirty="0"/>
              <a:t> two GNSS antennas on GFRP stands 300 mm apart for dual-GNSS heading, since a compass is unreliable near power lines. ESCs and power wiring stay low and central, away from the antennas.</a:t>
            </a:r>
          </a:p>
          <a:p>
            <a:pPr lvl="0"/>
            <a:endParaRPr lang="en-US" dirty="0"/>
          </a:p>
          <a:p>
            <a:pPr lvl="0"/>
            <a:r>
              <a:rPr lang="en-US" b="1" dirty="0"/>
              <a:t>Balance:</a:t>
            </a:r>
            <a:r>
              <a:rPr lang="en-US" dirty="0"/>
              <a:t> the battery tray slides about ±40 mm to trim the CG. Mass and CG are read from the model: about 6 kg total and CG within about 10 mm of the </a:t>
            </a:r>
            <a:r>
              <a:rPr lang="en-US" dirty="0" err="1"/>
              <a:t>centre</a:t>
            </a:r>
            <a:r>
              <a:rPr lang="en-US" dirty="0"/>
              <a:t>.</a:t>
            </a:r>
          </a:p>
          <a:p>
            <a:pPr lvl="0"/>
            <a:endParaRPr lang="en-US" dirty="0"/>
          </a:p>
          <a:p>
            <a:pPr lvl="0"/>
            <a:r>
              <a:rPr lang="en-US" b="1" dirty="0"/>
              <a:t>Modularity:</a:t>
            </a:r>
            <a:r>
              <a:rPr lang="en-US" dirty="0"/>
              <a:t> the camera and LiDAR payloads swap on the same plate, and the electronics were designed to fit keep-out volumes agreed with the team (the interface sheet).</a:t>
            </a:r>
          </a:p>
          <a:p>
            <a:endParaRPr lang="en-US" dirty="0"/>
          </a:p>
        </p:txBody>
      </p:sp>
      <p:pic>
        <p:nvPicPr>
          <p:cNvPr id="5" name="Picture 4">
            <a:extLst>
              <a:ext uri="{FF2B5EF4-FFF2-40B4-BE49-F238E27FC236}">
                <a16:creationId xmlns:a16="http://schemas.microsoft.com/office/drawing/2014/main" id="{46ABD57B-E910-4D34-DF00-90F345A649E9}"/>
              </a:ext>
            </a:extLst>
          </p:cNvPr>
          <p:cNvPicPr>
            <a:picLocks noChangeAspect="1"/>
          </p:cNvPicPr>
          <p:nvPr/>
        </p:nvPicPr>
        <p:blipFill>
          <a:blip r:embed="rId2"/>
          <a:stretch>
            <a:fillRect/>
          </a:stretch>
        </p:blipFill>
        <p:spPr>
          <a:xfrm>
            <a:off x="7797699" y="2835205"/>
            <a:ext cx="3755467" cy="2404307"/>
          </a:xfrm>
          <a:prstGeom prst="rect">
            <a:avLst/>
          </a:prstGeom>
        </p:spPr>
      </p:pic>
    </p:spTree>
    <p:extLst>
      <p:ext uri="{BB962C8B-B14F-4D97-AF65-F5344CB8AC3E}">
        <p14:creationId xmlns:p14="http://schemas.microsoft.com/office/powerpoint/2010/main" val="4630116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070C1-84A4-F5AB-2559-7FF9E801287D}"/>
              </a:ext>
            </a:extLst>
          </p:cNvPr>
          <p:cNvSpPr>
            <a:spLocks noGrp="1"/>
          </p:cNvSpPr>
          <p:nvPr>
            <p:ph type="title"/>
          </p:nvPr>
        </p:nvSpPr>
        <p:spPr>
          <a:xfrm>
            <a:off x="539645" y="987552"/>
            <a:ext cx="5366480" cy="4044508"/>
          </a:xfrm>
        </p:spPr>
        <p:txBody>
          <a:bodyPr>
            <a:normAutofit/>
          </a:bodyPr>
          <a:lstStyle/>
          <a:p>
            <a:r>
              <a:rPr lang="en-US"/>
              <a:t>Solving the EMI problem</a:t>
            </a:r>
          </a:p>
        </p:txBody>
      </p:sp>
      <p:sp>
        <p:nvSpPr>
          <p:cNvPr id="3" name="Content Placeholder 2">
            <a:extLst>
              <a:ext uri="{FF2B5EF4-FFF2-40B4-BE49-F238E27FC236}">
                <a16:creationId xmlns:a16="http://schemas.microsoft.com/office/drawing/2014/main" id="{2E7DA137-244A-CC70-5B94-4C0E543ACD5A}"/>
              </a:ext>
            </a:extLst>
          </p:cNvPr>
          <p:cNvSpPr>
            <a:spLocks noGrp="1"/>
          </p:cNvSpPr>
          <p:nvPr>
            <p:ph sz="quarter" idx="13"/>
          </p:nvPr>
        </p:nvSpPr>
        <p:spPr>
          <a:xfrm>
            <a:off x="5457825" y="987552"/>
            <a:ext cx="6629399" cy="5427536"/>
          </a:xfrm>
        </p:spPr>
        <p:txBody>
          <a:bodyPr>
            <a:normAutofit/>
          </a:bodyPr>
          <a:lstStyle/>
          <a:p>
            <a:pPr lvl="0"/>
            <a:r>
              <a:rPr lang="en-US" sz="1600" b="1" dirty="0"/>
              <a:t>Why we drop the compass for yaw:</a:t>
            </a:r>
            <a:r>
              <a:rPr lang="en-US" sz="1600" dirty="0"/>
              <a:t> the field of a long straight conductor is B = </a:t>
            </a:r>
            <a:r>
              <a:rPr lang="en-US" sz="1600" dirty="0" err="1"/>
              <a:t>μ₀I</a:t>
            </a:r>
            <a:r>
              <a:rPr lang="en-US" sz="1600" dirty="0"/>
              <a:t> / (2πr) . At 3 m we get 13.3 µT at 200 A, 33.3 µT at 500 A and 66.7 µT at 1000 A. Earth's field is about 45 µT, so a heavily loaded line disturbs a magnetometer as much as the signal it measures. A balanced three-phase line partly cancels (about 44.2 µT at 1000 A with 4 m phase spacing, our assumption), and the field is 50 Hz AC with steel-tower distortion on top, so we treat it as an uncertainty, not a fixed offset.</a:t>
            </a:r>
          </a:p>
          <a:p>
            <a:pPr lvl="0"/>
            <a:endParaRPr lang="en-US" sz="1600" dirty="0"/>
          </a:p>
          <a:p>
            <a:pPr lvl="0"/>
            <a:r>
              <a:rPr lang="en-US" sz="1600" b="1" dirty="0"/>
              <a:t>Wiring:</a:t>
            </a:r>
            <a:r>
              <a:rPr lang="en-US" sz="1600" dirty="0"/>
              <a:t> power and signal wires are kept apart, GNSS and ESC cables are not routed together, sensor lines go through shielded tubes away from the power distribution board, and we use ferrites and filtering on payload and radio leads.</a:t>
            </a:r>
          </a:p>
          <a:p>
            <a:pPr lvl="0"/>
            <a:endParaRPr lang="en-US" sz="1600" dirty="0"/>
          </a:p>
          <a:p>
            <a:pPr lvl="0"/>
            <a:r>
              <a:rPr lang="en-US" sz="1600" b="1" dirty="0"/>
              <a:t>CAN bus:</a:t>
            </a:r>
            <a:r>
              <a:rPr lang="en-US" sz="1600" dirty="0"/>
              <a:t> GNSS and IMU use </a:t>
            </a:r>
            <a:r>
              <a:rPr lang="en-US" sz="1600" dirty="0" err="1"/>
              <a:t>DroneCAN</a:t>
            </a:r>
            <a:r>
              <a:rPr lang="en-US" sz="1600" dirty="0"/>
              <a:t>. Differential </a:t>
            </a:r>
            <a:r>
              <a:rPr lang="en-US" sz="1600" dirty="0" err="1"/>
              <a:t>signalling</a:t>
            </a:r>
            <a:r>
              <a:rPr lang="en-US" sz="1600" dirty="0"/>
              <a:t> rejects noise that couples into both wires the same way.</a:t>
            </a:r>
          </a:p>
          <a:p>
            <a:pPr lvl="0"/>
            <a:endParaRPr lang="en-US" sz="1600" dirty="0"/>
          </a:p>
          <a:p>
            <a:pPr lvl="0"/>
            <a:r>
              <a:rPr lang="en-US" sz="1600" b="1" dirty="0"/>
              <a:t>Links:</a:t>
            </a:r>
            <a:r>
              <a:rPr lang="en-US" sz="1600" dirty="0"/>
              <a:t> the 2.4 GHz link sits well above the frequencies where corona noise is strongest, and a second band is kept as backup.</a:t>
            </a:r>
          </a:p>
          <a:p>
            <a:endParaRPr lang="en-US" dirty="0"/>
          </a:p>
        </p:txBody>
      </p:sp>
    </p:spTree>
    <p:extLst>
      <p:ext uri="{BB962C8B-B14F-4D97-AF65-F5344CB8AC3E}">
        <p14:creationId xmlns:p14="http://schemas.microsoft.com/office/powerpoint/2010/main" val="35411672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34EA4-F4A7-1E3C-83EA-6CE8C16DF02C}"/>
              </a:ext>
            </a:extLst>
          </p:cNvPr>
          <p:cNvSpPr>
            <a:spLocks noGrp="1"/>
          </p:cNvSpPr>
          <p:nvPr>
            <p:ph type="title"/>
          </p:nvPr>
        </p:nvSpPr>
        <p:spPr/>
        <p:txBody>
          <a:bodyPr>
            <a:normAutofit/>
          </a:bodyPr>
          <a:lstStyle/>
          <a:p>
            <a:pPr algn="ctr"/>
            <a:r>
              <a:rPr lang="en-US" sz="3600" dirty="0">
                <a:latin typeface="Aptos" panose="020B0004020202020204" pitchFamily="34" charset="0"/>
              </a:rPr>
              <a:t>Fail-safe mechanism</a:t>
            </a:r>
          </a:p>
        </p:txBody>
      </p:sp>
      <p:graphicFrame>
        <p:nvGraphicFramePr>
          <p:cNvPr id="4" name="Content Placeholder 3">
            <a:extLst>
              <a:ext uri="{FF2B5EF4-FFF2-40B4-BE49-F238E27FC236}">
                <a16:creationId xmlns:a16="http://schemas.microsoft.com/office/drawing/2014/main" id="{8DB898BD-9F9C-CA74-24E2-BE8DE23994B2}"/>
              </a:ext>
            </a:extLst>
          </p:cNvPr>
          <p:cNvGraphicFramePr>
            <a:graphicFrameLocks noGrp="1"/>
          </p:cNvGraphicFramePr>
          <p:nvPr>
            <p:ph idx="1"/>
            <p:extLst>
              <p:ext uri="{D42A27DB-BD31-4B8C-83A1-F6EECF244321}">
                <p14:modId xmlns:p14="http://schemas.microsoft.com/office/powerpoint/2010/main" val="2949782021"/>
              </p:ext>
            </p:extLst>
          </p:nvPr>
        </p:nvGraphicFramePr>
        <p:xfrm>
          <a:off x="516249" y="2009422"/>
          <a:ext cx="11506418" cy="4741332"/>
        </p:xfrm>
        <a:graphic>
          <a:graphicData uri="http://schemas.openxmlformats.org/drawingml/2006/table">
            <a:tbl>
              <a:tblPr firstRow="1" firstCol="1" bandRow="1">
                <a:tableStyleId>{5C22544A-7EE6-4342-B048-85BDC9FD1C3A}</a:tableStyleId>
              </a:tblPr>
              <a:tblGrid>
                <a:gridCol w="2734853">
                  <a:extLst>
                    <a:ext uri="{9D8B030D-6E8A-4147-A177-3AD203B41FA5}">
                      <a16:colId xmlns:a16="http://schemas.microsoft.com/office/drawing/2014/main" val="1229553246"/>
                    </a:ext>
                  </a:extLst>
                </a:gridCol>
                <a:gridCol w="4442711">
                  <a:extLst>
                    <a:ext uri="{9D8B030D-6E8A-4147-A177-3AD203B41FA5}">
                      <a16:colId xmlns:a16="http://schemas.microsoft.com/office/drawing/2014/main" val="743147511"/>
                    </a:ext>
                  </a:extLst>
                </a:gridCol>
                <a:gridCol w="4328854">
                  <a:extLst>
                    <a:ext uri="{9D8B030D-6E8A-4147-A177-3AD203B41FA5}">
                      <a16:colId xmlns:a16="http://schemas.microsoft.com/office/drawing/2014/main" val="240804968"/>
                    </a:ext>
                  </a:extLst>
                </a:gridCol>
              </a:tblGrid>
              <a:tr h="272109">
                <a:tc>
                  <a:txBody>
                    <a:bodyPr/>
                    <a:lstStyle/>
                    <a:p>
                      <a:pPr marL="0" marR="0">
                        <a:lnSpc>
                          <a:spcPct val="97000"/>
                        </a:lnSpc>
                        <a:spcAft>
                          <a:spcPts val="75"/>
                        </a:spcAft>
                        <a:buNone/>
                      </a:pPr>
                      <a:r>
                        <a:rPr lang="en-US" sz="1400" dirty="0">
                          <a:effectLst/>
                          <a:latin typeface="Aptos" panose="020B0004020202020204" pitchFamily="34" charset="0"/>
                        </a:rPr>
                        <a:t>Trigger</a:t>
                      </a:r>
                      <a:endParaRPr lang="en-US" sz="1400" dirty="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tc>
                  <a:txBody>
                    <a:bodyPr/>
                    <a:lstStyle/>
                    <a:p>
                      <a:pPr marL="0" marR="0">
                        <a:lnSpc>
                          <a:spcPct val="97000"/>
                        </a:lnSpc>
                        <a:spcAft>
                          <a:spcPts val="75"/>
                        </a:spcAft>
                        <a:buNone/>
                      </a:pPr>
                      <a:r>
                        <a:rPr lang="en-US" sz="1400">
                          <a:effectLst/>
                          <a:latin typeface="Aptos" panose="020B0004020202020204" pitchFamily="34" charset="0"/>
                        </a:rPr>
                        <a:t>Immediate action</a:t>
                      </a:r>
                      <a:endParaRPr lang="en-US" sz="140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tc>
                  <a:txBody>
                    <a:bodyPr/>
                    <a:lstStyle/>
                    <a:p>
                      <a:pPr marL="0" marR="0">
                        <a:lnSpc>
                          <a:spcPct val="97000"/>
                        </a:lnSpc>
                        <a:spcAft>
                          <a:spcPts val="75"/>
                        </a:spcAft>
                        <a:buNone/>
                      </a:pPr>
                      <a:r>
                        <a:rPr lang="en-US" sz="1400">
                          <a:effectLst/>
                          <a:latin typeface="Aptos" panose="020B0004020202020204" pitchFamily="34" charset="0"/>
                        </a:rPr>
                        <a:t>Then</a:t>
                      </a:r>
                      <a:endParaRPr lang="en-US" sz="140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extLst>
                  <a:ext uri="{0D108BD9-81ED-4DB2-BD59-A6C34878D82A}">
                    <a16:rowId xmlns:a16="http://schemas.microsoft.com/office/drawing/2014/main" val="1001809445"/>
                  </a:ext>
                </a:extLst>
              </a:tr>
              <a:tr h="466346">
                <a:tc>
                  <a:txBody>
                    <a:bodyPr/>
                    <a:lstStyle/>
                    <a:p>
                      <a:pPr marL="0" marR="0">
                        <a:lnSpc>
                          <a:spcPct val="97000"/>
                        </a:lnSpc>
                        <a:spcAft>
                          <a:spcPts val="75"/>
                        </a:spcAft>
                        <a:buNone/>
                      </a:pPr>
                      <a:r>
                        <a:rPr lang="en-US" sz="1400" dirty="0">
                          <a:effectLst/>
                          <a:latin typeface="Aptos" panose="020B0004020202020204" pitchFamily="34" charset="0"/>
                        </a:rPr>
                        <a:t>Pilot override</a:t>
                      </a:r>
                      <a:endParaRPr lang="en-US" sz="1400" dirty="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tc>
                  <a:txBody>
                    <a:bodyPr/>
                    <a:lstStyle/>
                    <a:p>
                      <a:pPr marL="0" marR="0">
                        <a:lnSpc>
                          <a:spcPct val="97000"/>
                        </a:lnSpc>
                        <a:spcAft>
                          <a:spcPts val="75"/>
                        </a:spcAft>
                        <a:buNone/>
                      </a:pPr>
                      <a:r>
                        <a:rPr lang="en-US" sz="1400">
                          <a:effectLst/>
                          <a:latin typeface="Aptos" panose="020B0004020202020204" pitchFamily="34" charset="0"/>
                        </a:rPr>
                        <a:t>Manual control always has priority over any automatic mode.</a:t>
                      </a:r>
                      <a:endParaRPr lang="en-US" sz="140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tc>
                  <a:txBody>
                    <a:bodyPr/>
                    <a:lstStyle/>
                    <a:p>
                      <a:pPr marL="0" marR="0">
                        <a:lnSpc>
                          <a:spcPct val="97000"/>
                        </a:lnSpc>
                        <a:spcAft>
                          <a:spcPts val="75"/>
                        </a:spcAft>
                        <a:buNone/>
                      </a:pPr>
                      <a:r>
                        <a:rPr lang="en-US" sz="1400">
                          <a:effectLst/>
                          <a:latin typeface="Aptos" panose="020B0004020202020204" pitchFamily="34" charset="0"/>
                        </a:rPr>
                        <a:t>Pilot flies on live video. Automatic retreat is on a switch.</a:t>
                      </a:r>
                      <a:endParaRPr lang="en-US" sz="140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extLst>
                  <a:ext uri="{0D108BD9-81ED-4DB2-BD59-A6C34878D82A}">
                    <a16:rowId xmlns:a16="http://schemas.microsoft.com/office/drawing/2014/main" val="565200999"/>
                  </a:ext>
                </a:extLst>
              </a:tr>
              <a:tr h="466346">
                <a:tc>
                  <a:txBody>
                    <a:bodyPr/>
                    <a:lstStyle/>
                    <a:p>
                      <a:pPr marL="0" marR="0">
                        <a:lnSpc>
                          <a:spcPct val="97000"/>
                        </a:lnSpc>
                        <a:spcAft>
                          <a:spcPts val="75"/>
                        </a:spcAft>
                        <a:buNone/>
                      </a:pPr>
                      <a:r>
                        <a:rPr lang="en-US" sz="1400" dirty="0">
                          <a:effectLst/>
                          <a:latin typeface="Aptos" panose="020B0004020202020204" pitchFamily="34" charset="0"/>
                        </a:rPr>
                        <a:t>LiDAR invalid more than 0.3 s</a:t>
                      </a:r>
                      <a:endParaRPr lang="en-US" sz="1400" dirty="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tc>
                  <a:txBody>
                    <a:bodyPr/>
                    <a:lstStyle/>
                    <a:p>
                      <a:pPr marL="0" marR="0">
                        <a:lnSpc>
                          <a:spcPct val="97000"/>
                        </a:lnSpc>
                        <a:spcAft>
                          <a:spcPts val="75"/>
                        </a:spcAft>
                        <a:buNone/>
                      </a:pPr>
                      <a:r>
                        <a:rPr lang="en-US" sz="1400">
                          <a:effectLst/>
                          <a:latin typeface="Aptos" panose="020B0004020202020204" pitchFamily="34" charset="0"/>
                        </a:rPr>
                        <a:t>Stop along-line motion, hold on GNSS/IMU for up to 3 s.</a:t>
                      </a:r>
                      <a:endParaRPr lang="en-US" sz="140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tc>
                  <a:txBody>
                    <a:bodyPr/>
                    <a:lstStyle/>
                    <a:p>
                      <a:pPr marL="0" marR="0">
                        <a:lnSpc>
                          <a:spcPct val="97000"/>
                        </a:lnSpc>
                        <a:spcAft>
                          <a:spcPts val="75"/>
                        </a:spcAft>
                        <a:buNone/>
                      </a:pPr>
                      <a:r>
                        <a:rPr lang="en-US" sz="1400">
                          <a:effectLst/>
                          <a:latin typeface="Aptos" panose="020B0004020202020204" pitchFamily="34" charset="0"/>
                        </a:rPr>
                        <a:t>Retreat along the recorded backup path to a staging point 10 m away.</a:t>
                      </a:r>
                      <a:endParaRPr lang="en-US" sz="140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extLst>
                  <a:ext uri="{0D108BD9-81ED-4DB2-BD59-A6C34878D82A}">
                    <a16:rowId xmlns:a16="http://schemas.microsoft.com/office/drawing/2014/main" val="1264213945"/>
                  </a:ext>
                </a:extLst>
              </a:tr>
              <a:tr h="466346">
                <a:tc>
                  <a:txBody>
                    <a:bodyPr/>
                    <a:lstStyle/>
                    <a:p>
                      <a:pPr marL="0" marR="0">
                        <a:lnSpc>
                          <a:spcPct val="97000"/>
                        </a:lnSpc>
                        <a:spcAft>
                          <a:spcPts val="75"/>
                        </a:spcAft>
                        <a:buNone/>
                      </a:pPr>
                      <a:r>
                        <a:rPr lang="en-US" sz="1400" dirty="0">
                          <a:effectLst/>
                          <a:latin typeface="Aptos" panose="020B0004020202020204" pitchFamily="34" charset="0"/>
                        </a:rPr>
                        <a:t>RTK lost</a:t>
                      </a:r>
                      <a:endParaRPr lang="en-US" sz="1400" dirty="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tc>
                  <a:txBody>
                    <a:bodyPr/>
                    <a:lstStyle/>
                    <a:p>
                      <a:pPr marL="0" marR="0">
                        <a:lnSpc>
                          <a:spcPct val="97000"/>
                        </a:lnSpc>
                        <a:spcAft>
                          <a:spcPts val="75"/>
                        </a:spcAft>
                        <a:buNone/>
                      </a:pPr>
                      <a:r>
                        <a:rPr lang="en-US" sz="1400">
                          <a:effectLst/>
                          <a:latin typeface="Aptos" panose="020B0004020202020204" pitchFamily="34" charset="0"/>
                        </a:rPr>
                        <a:t>Slow to 0.3 m/s, pause image capture. Range still comes from LiDAR.</a:t>
                      </a:r>
                      <a:endParaRPr lang="en-US" sz="140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tc>
                  <a:txBody>
                    <a:bodyPr/>
                    <a:lstStyle/>
                    <a:p>
                      <a:pPr marL="0" marR="0">
                        <a:lnSpc>
                          <a:spcPct val="97000"/>
                        </a:lnSpc>
                        <a:spcAft>
                          <a:spcPts val="75"/>
                        </a:spcAft>
                        <a:buNone/>
                      </a:pPr>
                      <a:r>
                        <a:rPr lang="en-US" sz="1400">
                          <a:effectLst/>
                          <a:latin typeface="Aptos" panose="020B0004020202020204" pitchFamily="34" charset="0"/>
                        </a:rPr>
                        <a:t>If no fix in 30 s, retreat to staging.</a:t>
                      </a:r>
                      <a:endParaRPr lang="en-US" sz="140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extLst>
                  <a:ext uri="{0D108BD9-81ED-4DB2-BD59-A6C34878D82A}">
                    <a16:rowId xmlns:a16="http://schemas.microsoft.com/office/drawing/2014/main" val="761833049"/>
                  </a:ext>
                </a:extLst>
              </a:tr>
              <a:tr h="466346">
                <a:tc>
                  <a:txBody>
                    <a:bodyPr/>
                    <a:lstStyle/>
                    <a:p>
                      <a:pPr marL="0" marR="0">
                        <a:lnSpc>
                          <a:spcPct val="97000"/>
                        </a:lnSpc>
                        <a:spcAft>
                          <a:spcPts val="75"/>
                        </a:spcAft>
                        <a:buNone/>
                      </a:pPr>
                      <a:r>
                        <a:rPr lang="en-US" sz="1400">
                          <a:effectLst/>
                          <a:latin typeface="Aptos" panose="020B0004020202020204" pitchFamily="34" charset="0"/>
                        </a:rPr>
                        <a:t>GNSS heading lost</a:t>
                      </a:r>
                      <a:endParaRPr lang="en-US" sz="140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tc>
                  <a:txBody>
                    <a:bodyPr/>
                    <a:lstStyle/>
                    <a:p>
                      <a:pPr marL="0" marR="0">
                        <a:lnSpc>
                          <a:spcPct val="97000"/>
                        </a:lnSpc>
                        <a:spcAft>
                          <a:spcPts val="75"/>
                        </a:spcAft>
                        <a:buNone/>
                      </a:pPr>
                      <a:r>
                        <a:rPr lang="en-US" sz="1400" dirty="0">
                          <a:effectLst/>
                          <a:latin typeface="Aptos" panose="020B0004020202020204" pitchFamily="34" charset="0"/>
                        </a:rPr>
                        <a:t>Hold yaw on the gyros, no compass fallback near lines.</a:t>
                      </a:r>
                      <a:endParaRPr lang="en-US" sz="1400" dirty="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tc>
                  <a:txBody>
                    <a:bodyPr/>
                    <a:lstStyle/>
                    <a:p>
                      <a:pPr marL="0" marR="0">
                        <a:lnSpc>
                          <a:spcPct val="97000"/>
                        </a:lnSpc>
                        <a:spcAft>
                          <a:spcPts val="75"/>
                        </a:spcAft>
                        <a:buNone/>
                      </a:pPr>
                      <a:r>
                        <a:rPr lang="en-US" sz="1400">
                          <a:effectLst/>
                          <a:latin typeface="Aptos" panose="020B0004020202020204" pitchFamily="34" charset="0"/>
                        </a:rPr>
                        <a:t>Retreat to staging, then land at a safe zone.</a:t>
                      </a:r>
                      <a:endParaRPr lang="en-US" sz="140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extLst>
                  <a:ext uri="{0D108BD9-81ED-4DB2-BD59-A6C34878D82A}">
                    <a16:rowId xmlns:a16="http://schemas.microsoft.com/office/drawing/2014/main" val="66511207"/>
                  </a:ext>
                </a:extLst>
              </a:tr>
              <a:tr h="466346">
                <a:tc>
                  <a:txBody>
                    <a:bodyPr/>
                    <a:lstStyle/>
                    <a:p>
                      <a:pPr marL="0" marR="0">
                        <a:lnSpc>
                          <a:spcPct val="97000"/>
                        </a:lnSpc>
                        <a:spcAft>
                          <a:spcPts val="75"/>
                        </a:spcAft>
                        <a:buNone/>
                      </a:pPr>
                      <a:r>
                        <a:rPr lang="en-US" sz="1400">
                          <a:effectLst/>
                          <a:latin typeface="Aptos" panose="020B0004020202020204" pitchFamily="34" charset="0"/>
                        </a:rPr>
                        <a:t>GNSS and LiDAR both lost</a:t>
                      </a:r>
                      <a:endParaRPr lang="en-US" sz="140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tc>
                  <a:txBody>
                    <a:bodyPr/>
                    <a:lstStyle/>
                    <a:p>
                      <a:pPr marL="0" marR="0">
                        <a:lnSpc>
                          <a:spcPct val="97000"/>
                        </a:lnSpc>
                        <a:spcAft>
                          <a:spcPts val="75"/>
                        </a:spcAft>
                        <a:buNone/>
                      </a:pPr>
                      <a:r>
                        <a:rPr lang="en-US" sz="1400" dirty="0">
                          <a:effectLst/>
                          <a:latin typeface="Aptos" panose="020B0004020202020204" pitchFamily="34" charset="0"/>
                        </a:rPr>
                        <a:t>Slow level back-away along the reverse heading for about 5 s.</a:t>
                      </a:r>
                      <a:endParaRPr lang="en-US" sz="1400" dirty="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tc>
                  <a:txBody>
                    <a:bodyPr/>
                    <a:lstStyle/>
                    <a:p>
                      <a:pPr marL="0" marR="0">
                        <a:lnSpc>
                          <a:spcPct val="97000"/>
                        </a:lnSpc>
                        <a:spcAft>
                          <a:spcPts val="75"/>
                        </a:spcAft>
                        <a:buNone/>
                      </a:pPr>
                      <a:r>
                        <a:rPr lang="en-US" sz="1400">
                          <a:effectLst/>
                          <a:latin typeface="Aptos" panose="020B0004020202020204" pitchFamily="34" charset="0"/>
                        </a:rPr>
                        <a:t>Hand control to the pilot. No landing or loitering near the line.</a:t>
                      </a:r>
                      <a:endParaRPr lang="en-US" sz="140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extLst>
                  <a:ext uri="{0D108BD9-81ED-4DB2-BD59-A6C34878D82A}">
                    <a16:rowId xmlns:a16="http://schemas.microsoft.com/office/drawing/2014/main" val="1924358432"/>
                  </a:ext>
                </a:extLst>
              </a:tr>
              <a:tr h="466346">
                <a:tc>
                  <a:txBody>
                    <a:bodyPr/>
                    <a:lstStyle/>
                    <a:p>
                      <a:pPr marL="0" marR="0">
                        <a:lnSpc>
                          <a:spcPct val="97000"/>
                        </a:lnSpc>
                        <a:spcAft>
                          <a:spcPts val="75"/>
                        </a:spcAft>
                        <a:buNone/>
                      </a:pPr>
                      <a:r>
                        <a:rPr lang="en-US" sz="1400">
                          <a:effectLst/>
                          <a:latin typeface="Aptos" panose="020B0004020202020204" pitchFamily="34" charset="0"/>
                        </a:rPr>
                        <a:t>Control link lost</a:t>
                      </a:r>
                      <a:endParaRPr lang="en-US" sz="140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tc>
                  <a:txBody>
                    <a:bodyPr/>
                    <a:lstStyle/>
                    <a:p>
                      <a:pPr marL="0" marR="0">
                        <a:lnSpc>
                          <a:spcPct val="97000"/>
                        </a:lnSpc>
                        <a:spcAft>
                          <a:spcPts val="75"/>
                        </a:spcAft>
                        <a:buNone/>
                      </a:pPr>
                      <a:r>
                        <a:rPr lang="en-US" sz="1400" dirty="0">
                          <a:effectLst/>
                          <a:latin typeface="Aptos" panose="020B0004020202020204" pitchFamily="34" charset="0"/>
                        </a:rPr>
                        <a:t>Retreat along the recorded backup path, hold 10 s.</a:t>
                      </a:r>
                      <a:endParaRPr lang="en-US" sz="1400" dirty="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tc>
                  <a:txBody>
                    <a:bodyPr/>
                    <a:lstStyle/>
                    <a:p>
                      <a:pPr marL="0" marR="0">
                        <a:lnSpc>
                          <a:spcPct val="97000"/>
                        </a:lnSpc>
                        <a:spcAft>
                          <a:spcPts val="75"/>
                        </a:spcAft>
                        <a:buNone/>
                      </a:pPr>
                      <a:r>
                        <a:rPr lang="en-US" sz="1400">
                          <a:effectLst/>
                          <a:latin typeface="Aptos" panose="020B0004020202020204" pitchFamily="34" charset="0"/>
                        </a:rPr>
                        <a:t>Return by a pre-planned corridor above the tower top plus margin.</a:t>
                      </a:r>
                      <a:endParaRPr lang="en-US" sz="140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extLst>
                  <a:ext uri="{0D108BD9-81ED-4DB2-BD59-A6C34878D82A}">
                    <a16:rowId xmlns:a16="http://schemas.microsoft.com/office/drawing/2014/main" val="546301068"/>
                  </a:ext>
                </a:extLst>
              </a:tr>
              <a:tr h="466346">
                <a:tc>
                  <a:txBody>
                    <a:bodyPr/>
                    <a:lstStyle/>
                    <a:p>
                      <a:pPr marL="0" marR="0">
                        <a:lnSpc>
                          <a:spcPct val="97000"/>
                        </a:lnSpc>
                        <a:spcAft>
                          <a:spcPts val="75"/>
                        </a:spcAft>
                        <a:buNone/>
                      </a:pPr>
                      <a:r>
                        <a:rPr lang="en-US" sz="1400">
                          <a:effectLst/>
                          <a:latin typeface="Aptos" panose="020B0004020202020204" pitchFamily="34" charset="0"/>
                        </a:rPr>
                        <a:t>Battery 30 % / 20 %</a:t>
                      </a:r>
                      <a:endParaRPr lang="en-US" sz="140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tc>
                  <a:txBody>
                    <a:bodyPr/>
                    <a:lstStyle/>
                    <a:p>
                      <a:pPr marL="0" marR="0">
                        <a:lnSpc>
                          <a:spcPct val="97000"/>
                        </a:lnSpc>
                        <a:spcAft>
                          <a:spcPts val="75"/>
                        </a:spcAft>
                        <a:buNone/>
                      </a:pPr>
                      <a:r>
                        <a:rPr lang="en-US" sz="1400" dirty="0">
                          <a:effectLst/>
                          <a:latin typeface="Aptos" panose="020B0004020202020204" pitchFamily="34" charset="0"/>
                        </a:rPr>
                        <a:t>30 %: finish the span, then retreat. 20 %: retreat now.</a:t>
                      </a:r>
                      <a:endParaRPr lang="en-US" sz="1400" dirty="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tc>
                  <a:txBody>
                    <a:bodyPr/>
                    <a:lstStyle/>
                    <a:p>
                      <a:pPr marL="0" marR="0">
                        <a:lnSpc>
                          <a:spcPct val="97000"/>
                        </a:lnSpc>
                        <a:spcAft>
                          <a:spcPts val="75"/>
                        </a:spcAft>
                        <a:buNone/>
                      </a:pPr>
                      <a:r>
                        <a:rPr lang="en-US" sz="1400">
                          <a:effectLst/>
                          <a:latin typeface="Aptos" panose="020B0004020202020204" pitchFamily="34" charset="0"/>
                        </a:rPr>
                        <a:t>Fly the corridor home. 20 % is about 58 Wh, over 7 min of hover.</a:t>
                      </a:r>
                      <a:endParaRPr lang="en-US" sz="140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extLst>
                  <a:ext uri="{0D108BD9-81ED-4DB2-BD59-A6C34878D82A}">
                    <a16:rowId xmlns:a16="http://schemas.microsoft.com/office/drawing/2014/main" val="2776139064"/>
                  </a:ext>
                </a:extLst>
              </a:tr>
              <a:tr h="466346">
                <a:tc>
                  <a:txBody>
                    <a:bodyPr/>
                    <a:lstStyle/>
                    <a:p>
                      <a:pPr marL="0" marR="0">
                        <a:lnSpc>
                          <a:spcPct val="97000"/>
                        </a:lnSpc>
                        <a:spcAft>
                          <a:spcPts val="75"/>
                        </a:spcAft>
                        <a:buNone/>
                      </a:pPr>
                      <a:r>
                        <a:rPr lang="en-US" sz="1400">
                          <a:effectLst/>
                          <a:latin typeface="Aptos" panose="020B0004020202020204" pitchFamily="34" charset="0"/>
                        </a:rPr>
                        <a:t>Motor or ESC fault</a:t>
                      </a:r>
                      <a:endParaRPr lang="en-US" sz="140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tc>
                  <a:txBody>
                    <a:bodyPr/>
                    <a:lstStyle/>
                    <a:p>
                      <a:pPr marL="0" marR="0">
                        <a:lnSpc>
                          <a:spcPct val="97000"/>
                        </a:lnSpc>
                        <a:spcAft>
                          <a:spcPts val="75"/>
                        </a:spcAft>
                        <a:buNone/>
                      </a:pPr>
                      <a:r>
                        <a:rPr lang="en-US" sz="1400" dirty="0">
                          <a:effectLst/>
                          <a:latin typeface="Aptos" panose="020B0004020202020204" pitchFamily="34" charset="0"/>
                        </a:rPr>
                        <a:t>Retreat at once on the remaining five rotors.</a:t>
                      </a:r>
                      <a:endParaRPr lang="en-US" sz="1400" dirty="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tc>
                  <a:txBody>
                    <a:bodyPr/>
                    <a:lstStyle/>
                    <a:p>
                      <a:pPr marL="0" marR="0">
                        <a:lnSpc>
                          <a:spcPct val="97000"/>
                        </a:lnSpc>
                        <a:spcAft>
                          <a:spcPts val="75"/>
                        </a:spcAft>
                        <a:buNone/>
                      </a:pPr>
                      <a:r>
                        <a:rPr lang="en-US" sz="1400" dirty="0">
                          <a:effectLst/>
                          <a:latin typeface="Aptos" panose="020B0004020202020204" pitchFamily="34" charset="0"/>
                        </a:rPr>
                        <a:t>Land at the nearest marked area 10 m from any conductor.</a:t>
                      </a:r>
                      <a:endParaRPr lang="en-US" sz="1400" dirty="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extLst>
                  <a:ext uri="{0D108BD9-81ED-4DB2-BD59-A6C34878D82A}">
                    <a16:rowId xmlns:a16="http://schemas.microsoft.com/office/drawing/2014/main" val="1686943660"/>
                  </a:ext>
                </a:extLst>
              </a:tr>
              <a:tr h="466346">
                <a:tc>
                  <a:txBody>
                    <a:bodyPr/>
                    <a:lstStyle/>
                    <a:p>
                      <a:pPr marL="0" marR="0">
                        <a:lnSpc>
                          <a:spcPct val="97000"/>
                        </a:lnSpc>
                        <a:spcAft>
                          <a:spcPts val="75"/>
                        </a:spcAft>
                        <a:buNone/>
                      </a:pPr>
                      <a:r>
                        <a:rPr lang="en-US" sz="1400">
                          <a:effectLst/>
                          <a:latin typeface="Aptos" panose="020B0004020202020204" pitchFamily="34" charset="0"/>
                        </a:rPr>
                        <a:t>Wind or tilt limit</a:t>
                      </a:r>
                      <a:endParaRPr lang="en-US" sz="140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tc>
                  <a:txBody>
                    <a:bodyPr/>
                    <a:lstStyle/>
                    <a:p>
                      <a:pPr marL="0" marR="0">
                        <a:lnSpc>
                          <a:spcPct val="97000"/>
                        </a:lnSpc>
                        <a:spcAft>
                          <a:spcPts val="75"/>
                        </a:spcAft>
                        <a:buNone/>
                      </a:pPr>
                      <a:r>
                        <a:rPr lang="en-US" sz="1400">
                          <a:effectLst/>
                          <a:latin typeface="Aptos" panose="020B0004020202020204" pitchFamily="34" charset="0"/>
                        </a:rPr>
                        <a:t>Tilt over 15° or range error over 0.8 m: abort and retreat.</a:t>
                      </a:r>
                      <a:endParaRPr lang="en-US" sz="140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tc>
                  <a:txBody>
                    <a:bodyPr/>
                    <a:lstStyle/>
                    <a:p>
                      <a:pPr marL="0" marR="0">
                        <a:lnSpc>
                          <a:spcPct val="97000"/>
                        </a:lnSpc>
                        <a:spcAft>
                          <a:spcPts val="75"/>
                        </a:spcAft>
                        <a:buNone/>
                      </a:pPr>
                      <a:r>
                        <a:rPr lang="en-US" sz="1400" dirty="0">
                          <a:effectLst/>
                          <a:latin typeface="Aptos" panose="020B0004020202020204" pitchFamily="34" charset="0"/>
                        </a:rPr>
                        <a:t>Resume only if the wind estimate drops.</a:t>
                      </a:r>
                      <a:endParaRPr lang="en-US" sz="1400" dirty="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extLst>
                  <a:ext uri="{0D108BD9-81ED-4DB2-BD59-A6C34878D82A}">
                    <a16:rowId xmlns:a16="http://schemas.microsoft.com/office/drawing/2014/main" val="3091658039"/>
                  </a:ext>
                </a:extLst>
              </a:tr>
              <a:tr h="272109">
                <a:tc>
                  <a:txBody>
                    <a:bodyPr/>
                    <a:lstStyle/>
                    <a:p>
                      <a:pPr marL="0" marR="0">
                        <a:lnSpc>
                          <a:spcPct val="97000"/>
                        </a:lnSpc>
                        <a:spcAft>
                          <a:spcPts val="75"/>
                        </a:spcAft>
                        <a:buNone/>
                      </a:pPr>
                      <a:r>
                        <a:rPr lang="en-US" sz="1400">
                          <a:effectLst/>
                          <a:latin typeface="Aptos" panose="020B0004020202020204" pitchFamily="34" charset="0"/>
                        </a:rPr>
                        <a:t>EKF health alarm</a:t>
                      </a:r>
                      <a:endParaRPr lang="en-US" sz="140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tc>
                  <a:txBody>
                    <a:bodyPr/>
                    <a:lstStyle/>
                    <a:p>
                      <a:pPr marL="0" marR="0">
                        <a:lnSpc>
                          <a:spcPct val="97000"/>
                        </a:lnSpc>
                        <a:spcAft>
                          <a:spcPts val="75"/>
                        </a:spcAft>
                        <a:buNone/>
                      </a:pPr>
                      <a:r>
                        <a:rPr lang="en-US" sz="1400">
                          <a:effectLst/>
                          <a:latin typeface="Aptos" panose="020B0004020202020204" pitchFamily="34" charset="0"/>
                        </a:rPr>
                        <a:t>Stop, retreat, hand over to the pilot.</a:t>
                      </a:r>
                      <a:endParaRPr lang="en-US" sz="140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tc>
                  <a:txBody>
                    <a:bodyPr/>
                    <a:lstStyle/>
                    <a:p>
                      <a:pPr marL="0" marR="0">
                        <a:lnSpc>
                          <a:spcPct val="97000"/>
                        </a:lnSpc>
                        <a:spcAft>
                          <a:spcPts val="75"/>
                        </a:spcAft>
                        <a:buNone/>
                      </a:pPr>
                      <a:r>
                        <a:rPr lang="en-US" sz="1400" dirty="0">
                          <a:effectLst/>
                          <a:latin typeface="Aptos" panose="020B0004020202020204" pitchFamily="34" charset="0"/>
                        </a:rPr>
                        <a:t>Land only at a marked safe zone.</a:t>
                      </a:r>
                      <a:endParaRPr lang="en-US" sz="1400" dirty="0">
                        <a:effectLst/>
                        <a:latin typeface="Aptos" panose="020B0004020202020204" pitchFamily="34" charset="0"/>
                        <a:ea typeface="Aptos" panose="020B0004020202020204" pitchFamily="34" charset="0"/>
                        <a:cs typeface="Aptos" panose="020B0004020202020204" pitchFamily="34" charset="0"/>
                      </a:endParaRPr>
                    </a:p>
                  </a:txBody>
                  <a:tcPr marL="50800" marR="50800" marT="22225" marB="22225" anchor="ctr"/>
                </a:tc>
                <a:extLst>
                  <a:ext uri="{0D108BD9-81ED-4DB2-BD59-A6C34878D82A}">
                    <a16:rowId xmlns:a16="http://schemas.microsoft.com/office/drawing/2014/main" val="47894718"/>
                  </a:ext>
                </a:extLst>
              </a:tr>
            </a:tbl>
          </a:graphicData>
        </a:graphic>
      </p:graphicFrame>
    </p:spTree>
    <p:extLst>
      <p:ext uri="{BB962C8B-B14F-4D97-AF65-F5344CB8AC3E}">
        <p14:creationId xmlns:p14="http://schemas.microsoft.com/office/powerpoint/2010/main" val="31047233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EF6E27-AE02-A1AD-057B-06855CDDEF54}"/>
              </a:ext>
            </a:extLst>
          </p:cNvPr>
          <p:cNvSpPr>
            <a:spLocks noGrp="1"/>
          </p:cNvSpPr>
          <p:nvPr>
            <p:ph type="title"/>
          </p:nvPr>
        </p:nvSpPr>
        <p:spPr/>
        <p:txBody>
          <a:bodyPr>
            <a:normAutofit/>
          </a:bodyPr>
          <a:lstStyle/>
          <a:p>
            <a:r>
              <a:rPr lang="en-US" sz="3200" dirty="0">
                <a:latin typeface="Aptos" panose="020B0004020202020204" pitchFamily="34" charset="0"/>
              </a:rPr>
              <a:t>Detection of defects</a:t>
            </a:r>
          </a:p>
        </p:txBody>
      </p:sp>
      <p:pic>
        <p:nvPicPr>
          <p:cNvPr id="4" name="Content Placeholder 3">
            <a:extLst>
              <a:ext uri="{FF2B5EF4-FFF2-40B4-BE49-F238E27FC236}">
                <a16:creationId xmlns:a16="http://schemas.microsoft.com/office/drawing/2014/main" id="{97240115-D21B-B1B9-41FC-C7CBBD9EDA2C}"/>
              </a:ext>
            </a:extLst>
          </p:cNvPr>
          <p:cNvPicPr>
            <a:picLocks noGrp="1" noChangeAspect="1"/>
          </p:cNvPicPr>
          <p:nvPr>
            <p:ph idx="1"/>
          </p:nvPr>
        </p:nvPicPr>
        <p:blipFill>
          <a:blip r:embed="rId2"/>
          <a:stretch>
            <a:fillRect/>
          </a:stretch>
        </p:blipFill>
        <p:spPr>
          <a:xfrm>
            <a:off x="1011381" y="2116138"/>
            <a:ext cx="8368145" cy="4451350"/>
          </a:xfrm>
          <a:prstGeom prst="rect">
            <a:avLst/>
          </a:prstGeom>
        </p:spPr>
      </p:pic>
    </p:spTree>
    <p:extLst>
      <p:ext uri="{BB962C8B-B14F-4D97-AF65-F5344CB8AC3E}">
        <p14:creationId xmlns:p14="http://schemas.microsoft.com/office/powerpoint/2010/main" val="28131625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400AF8-526C-234D-CF72-2AE65B19A0DE}"/>
              </a:ext>
            </a:extLst>
          </p:cNvPr>
          <p:cNvSpPr>
            <a:spLocks noGrp="1"/>
          </p:cNvSpPr>
          <p:nvPr>
            <p:ph idx="1"/>
          </p:nvPr>
        </p:nvSpPr>
        <p:spPr/>
        <p:txBody>
          <a:bodyPr/>
          <a:lstStyle/>
          <a:p>
            <a:r>
              <a:rPr lang="en-US" dirty="0">
                <a:latin typeface="Aptos" panose="020B0004020202020204" pitchFamily="34" charset="0"/>
              </a:rPr>
              <a:t>YOLO-Based Insulator and Defect Detection</a:t>
            </a:r>
          </a:p>
          <a:p>
            <a:endParaRPr lang="en-US" dirty="0">
              <a:latin typeface="Aptos" panose="020B0004020202020204" pitchFamily="34" charset="0"/>
            </a:endParaRPr>
          </a:p>
          <a:p>
            <a:r>
              <a:rPr lang="en-US" dirty="0">
                <a:latin typeface="Aptos" panose="020B0004020202020204" pitchFamily="34" charset="0"/>
              </a:rPr>
              <a:t>We trained a custom YOLO11n object-detection model to identify two classes in transmission-line images: *insulators and defects*. The trained model was saved⁠ and used to perform predictions on test images.</a:t>
            </a:r>
          </a:p>
          <a:p>
            <a:endParaRPr lang="en-US" dirty="0">
              <a:latin typeface="Aptos" panose="020B0004020202020204" pitchFamily="34" charset="0"/>
            </a:endParaRPr>
          </a:p>
          <a:p>
            <a:r>
              <a:rPr lang="en-US" dirty="0">
                <a:latin typeface="Aptos" panose="020B0004020202020204" pitchFamily="34" charset="0"/>
              </a:rPr>
              <a:t>During testing, the model generated bounding boxes around detected objects and displayed confidence scores for each prediction. For example, in one test image, it detected a defect with a confidence score of *0.86 (86%)* and an insulator with a confidence score of *0.83 (83%)*.</a:t>
            </a:r>
          </a:p>
          <a:p>
            <a:endParaRPr lang="en-US" dirty="0">
              <a:latin typeface="Aptos" panose="020B0004020202020204" pitchFamily="34" charset="0"/>
            </a:endParaRPr>
          </a:p>
          <a:p>
            <a:r>
              <a:rPr lang="en-US" dirty="0">
                <a:latin typeface="Aptos" panose="020B0004020202020204" pitchFamily="34" charset="0"/>
              </a:rPr>
              <a:t>The prediction results were saved for visual inspection, allowing us to examine the detected regions and assess whether the model's predictions matched the images.</a:t>
            </a:r>
          </a:p>
          <a:p>
            <a:endParaRPr lang="en-US" dirty="0">
              <a:latin typeface="Aptos" panose="020B0004020202020204" pitchFamily="34" charset="0"/>
            </a:endParaRPr>
          </a:p>
          <a:p>
            <a:r>
              <a:rPr lang="en-US" dirty="0">
                <a:latin typeface="Aptos" panose="020B0004020202020204" pitchFamily="34" charset="0"/>
              </a:rPr>
              <a:t>This work demonstrates the use of computer vision for automated transmission-line component inspection. Further testing with correctly labelled images would be required to measure detection accuracy and reliability.</a:t>
            </a:r>
          </a:p>
        </p:txBody>
      </p:sp>
    </p:spTree>
    <p:extLst>
      <p:ext uri="{BB962C8B-B14F-4D97-AF65-F5344CB8AC3E}">
        <p14:creationId xmlns:p14="http://schemas.microsoft.com/office/powerpoint/2010/main" val="2134333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88FA3-2219-A67D-6109-656197D51F7D}"/>
              </a:ext>
            </a:extLst>
          </p:cNvPr>
          <p:cNvSpPr>
            <a:spLocks noGrp="1"/>
          </p:cNvSpPr>
          <p:nvPr>
            <p:ph type="title"/>
          </p:nvPr>
        </p:nvSpPr>
        <p:spPr>
          <a:xfrm>
            <a:off x="6166396" y="621792"/>
            <a:ext cx="5386715" cy="1816898"/>
          </a:xfrm>
        </p:spPr>
        <p:txBody>
          <a:bodyPr>
            <a:normAutofit/>
          </a:bodyPr>
          <a:lstStyle/>
          <a:p>
            <a:r>
              <a:rPr lang="en-US"/>
              <a:t>Path planning</a:t>
            </a:r>
          </a:p>
        </p:txBody>
      </p:sp>
      <p:pic>
        <p:nvPicPr>
          <p:cNvPr id="5" name="Picture 4" descr="Top view of cubes connected with black lines">
            <a:extLst>
              <a:ext uri="{FF2B5EF4-FFF2-40B4-BE49-F238E27FC236}">
                <a16:creationId xmlns:a16="http://schemas.microsoft.com/office/drawing/2014/main" id="{254B9415-2B64-9825-38EF-80222DD00B71}"/>
              </a:ext>
            </a:extLst>
          </p:cNvPr>
          <p:cNvPicPr>
            <a:picLocks noChangeAspect="1"/>
          </p:cNvPicPr>
          <p:nvPr/>
        </p:nvPicPr>
        <p:blipFill>
          <a:blip r:embed="rId2"/>
          <a:srcRect l="22663" r="12741"/>
          <a:stretch>
            <a:fillRect/>
          </a:stretch>
        </p:blipFill>
        <p:spPr>
          <a:xfrm>
            <a:off x="20" y="10"/>
            <a:ext cx="5906622" cy="6857990"/>
          </a:xfrm>
          <a:prstGeom prst="rect">
            <a:avLst/>
          </a:prstGeom>
          <a:noFill/>
        </p:spPr>
      </p:pic>
      <p:sp>
        <p:nvSpPr>
          <p:cNvPr id="3" name="Content Placeholder 2">
            <a:extLst>
              <a:ext uri="{FF2B5EF4-FFF2-40B4-BE49-F238E27FC236}">
                <a16:creationId xmlns:a16="http://schemas.microsoft.com/office/drawing/2014/main" id="{C52F6871-EE84-0C7B-489B-FF6F22AEE5BD}"/>
              </a:ext>
            </a:extLst>
          </p:cNvPr>
          <p:cNvSpPr>
            <a:spLocks noGrp="1"/>
          </p:cNvSpPr>
          <p:nvPr>
            <p:ph sz="quarter" idx="13"/>
          </p:nvPr>
        </p:nvSpPr>
        <p:spPr>
          <a:xfrm>
            <a:off x="6190488" y="1939636"/>
            <a:ext cx="5906642" cy="3906982"/>
          </a:xfrm>
        </p:spPr>
        <p:txBody>
          <a:bodyPr anchor="b">
            <a:normAutofit/>
          </a:bodyPr>
          <a:lstStyle/>
          <a:p>
            <a:r>
              <a:rPr lang="en-US" b="1"/>
              <a:t>Path Planning &amp; Obstacle Avoidance</a:t>
            </a:r>
          </a:p>
          <a:p>
            <a:pPr lvl="0"/>
            <a:r>
              <a:rPr lang="en-US"/>
              <a:t>Coverage Planning: Represents towers as nodes and power lines as edges; DFS helps determine an efficient inspection sequence.</a:t>
            </a:r>
          </a:p>
          <a:p>
            <a:pPr lvl="0"/>
            <a:r>
              <a:rPr lang="en-US"/>
              <a:t>A* Path Planning: Calculates routes to inspection targets while avoiding known obstacles.</a:t>
            </a:r>
          </a:p>
          <a:p>
            <a:pPr lvl="0"/>
            <a:r>
              <a:rPr lang="en-US"/>
              <a:t>Dynamic Obstacle Avoidance: LiDAR detects nearby obstacles, while cameras assist in bird detection and route replanning.</a:t>
            </a:r>
          </a:p>
          <a:p>
            <a:pPr lvl="0"/>
            <a:r>
              <a:rPr lang="en-US"/>
              <a:t>Workflow: Plan inspection order → Navigate using A* → Detect obstacles → Replan if required → Complete inspection.</a:t>
            </a:r>
          </a:p>
          <a:p>
            <a:pPr lvl="0"/>
            <a:r>
              <a:rPr lang="en-US"/>
              <a:t>Safety: Maintains a minimum 3 m stand-off distance, subject to sensor accuracy and validation through simulation and testing.</a:t>
            </a:r>
          </a:p>
          <a:p>
            <a:endParaRPr lang="en-US"/>
          </a:p>
        </p:txBody>
      </p:sp>
    </p:spTree>
    <p:extLst>
      <p:ext uri="{BB962C8B-B14F-4D97-AF65-F5344CB8AC3E}">
        <p14:creationId xmlns:p14="http://schemas.microsoft.com/office/powerpoint/2010/main" val="2297124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F6FF7C5-B1A8-D4FC-2E97-5DA8A406F02E}"/>
              </a:ext>
            </a:extLst>
          </p:cNvPr>
          <p:cNvPicPr>
            <a:picLocks noChangeAspect="1"/>
          </p:cNvPicPr>
          <p:nvPr/>
        </p:nvPicPr>
        <p:blipFill>
          <a:blip r:embed="rId2"/>
          <a:stretch>
            <a:fillRect/>
          </a:stretch>
        </p:blipFill>
        <p:spPr>
          <a:xfrm>
            <a:off x="100013" y="70311"/>
            <a:ext cx="11972925" cy="6717377"/>
          </a:xfrm>
          <a:prstGeom prst="rect">
            <a:avLst/>
          </a:prstGeom>
        </p:spPr>
      </p:pic>
    </p:spTree>
    <p:extLst>
      <p:ext uri="{BB962C8B-B14F-4D97-AF65-F5344CB8AC3E}">
        <p14:creationId xmlns:p14="http://schemas.microsoft.com/office/powerpoint/2010/main" val="9460761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C6072D-3F58-4C89-4187-E60CAB77BBCB}"/>
              </a:ext>
            </a:extLst>
          </p:cNvPr>
          <p:cNvSpPr>
            <a:spLocks noGrp="1"/>
          </p:cNvSpPr>
          <p:nvPr>
            <p:ph type="title"/>
          </p:nvPr>
        </p:nvSpPr>
        <p:spPr/>
        <p:txBody>
          <a:bodyPr>
            <a:normAutofit/>
          </a:bodyPr>
          <a:lstStyle/>
          <a:p>
            <a:r>
              <a:rPr lang="en-US" sz="3600" dirty="0">
                <a:latin typeface="Aptos" panose="020B0004020202020204" pitchFamily="34" charset="0"/>
              </a:rPr>
              <a:t>Conclusion</a:t>
            </a:r>
          </a:p>
        </p:txBody>
      </p:sp>
      <p:sp>
        <p:nvSpPr>
          <p:cNvPr id="3" name="Content Placeholder 2">
            <a:extLst>
              <a:ext uri="{FF2B5EF4-FFF2-40B4-BE49-F238E27FC236}">
                <a16:creationId xmlns:a16="http://schemas.microsoft.com/office/drawing/2014/main" id="{BD51EDC5-13EA-979A-52F4-D649EE65C0CF}"/>
              </a:ext>
            </a:extLst>
          </p:cNvPr>
          <p:cNvSpPr>
            <a:spLocks noGrp="1"/>
          </p:cNvSpPr>
          <p:nvPr>
            <p:ph idx="1"/>
          </p:nvPr>
        </p:nvSpPr>
        <p:spPr/>
        <p:txBody>
          <a:bodyPr/>
          <a:lstStyle/>
          <a:p>
            <a:pPr lvl="0"/>
            <a:r>
              <a:rPr lang="en-US" sz="1800" dirty="0">
                <a:latin typeface="Aptos" panose="020B0004020202020204" pitchFamily="34" charset="0"/>
              </a:rPr>
              <a:t>The proposed drone system enables efficient and safer inspection of transmission towers and power lines.</a:t>
            </a:r>
          </a:p>
          <a:p>
            <a:pPr lvl="0"/>
            <a:r>
              <a:rPr lang="en-US" sz="1800" dirty="0">
                <a:latin typeface="Aptos" panose="020B0004020202020204" pitchFamily="34" charset="0"/>
              </a:rPr>
              <a:t>Integration of LiDAR, thermal imaging, and intelligent path planning improves obstacle detection and inspection accuracy.</a:t>
            </a:r>
          </a:p>
          <a:p>
            <a:pPr lvl="0"/>
            <a:r>
              <a:rPr lang="en-US" sz="1800" dirty="0">
                <a:latin typeface="Aptos" panose="020B0004020202020204" pitchFamily="34" charset="0"/>
              </a:rPr>
              <a:t>Autonomous navigation reduces manual effort and supports reliable fault detection.</a:t>
            </a:r>
          </a:p>
          <a:p>
            <a:pPr lvl="0"/>
            <a:r>
              <a:rPr lang="en-US" sz="1800" dirty="0">
                <a:latin typeface="Aptos" panose="020B0004020202020204" pitchFamily="34" charset="0"/>
              </a:rPr>
              <a:t>Further simulation and field testing will help validate system performance and operational safety.</a:t>
            </a:r>
          </a:p>
          <a:p>
            <a:endParaRPr lang="en-US" dirty="0"/>
          </a:p>
        </p:txBody>
      </p:sp>
    </p:spTree>
    <p:extLst>
      <p:ext uri="{BB962C8B-B14F-4D97-AF65-F5344CB8AC3E}">
        <p14:creationId xmlns:p14="http://schemas.microsoft.com/office/powerpoint/2010/main" val="3828917046"/>
      </p:ext>
    </p:extLst>
  </p:cSld>
  <p:clrMapOvr>
    <a:masterClrMapping/>
  </p:clrMapOvr>
</p:sld>
</file>

<file path=ppt/theme/theme1.xml><?xml version="1.0" encoding="utf-8"?>
<a:theme xmlns:a="http://schemas.openxmlformats.org/drawingml/2006/main" name="Axis">
  <a:themeElements>
    <a:clrScheme name="Southwestern">
      <a:dk1>
        <a:srgbClr val="000000"/>
      </a:dk1>
      <a:lt1>
        <a:srgbClr val="FFFFFF"/>
      </a:lt1>
      <a:dk2>
        <a:srgbClr val="0E2841"/>
      </a:dk2>
      <a:lt2>
        <a:srgbClr val="E8E8E8"/>
      </a:lt2>
      <a:accent1>
        <a:srgbClr val="A8BABF"/>
      </a:accent1>
      <a:accent2>
        <a:srgbClr val="C16A38"/>
      </a:accent2>
      <a:accent3>
        <a:srgbClr val="7B441F"/>
      </a:accent3>
      <a:accent4>
        <a:srgbClr val="DAC68B"/>
      </a:accent4>
      <a:accent5>
        <a:srgbClr val="B6BAA5"/>
      </a:accent5>
      <a:accent6>
        <a:srgbClr val="716C34"/>
      </a:accent6>
      <a:hlink>
        <a:srgbClr val="467886"/>
      </a:hlink>
      <a:folHlink>
        <a:srgbClr val="96607D"/>
      </a:folHlink>
    </a:clrScheme>
    <a:fontScheme name="Custom 13">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xis" id="{2A75EA04-0AE5-4074-9538-7DA6C138DAE9}" vid="{E39B6906-D52F-4B95-B43C-27F512CB479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3F0647F1-FC4D-7D4A-BC78-852D4AF7CCF8}">
  <we:reference id="b976bf9e-dd87-459f-840c-210c09b36273" version="3.0.1.2" store="EXCatalog" storeType="EXCatalog"/>
  <we:alternateReferences>
    <we:reference id="WA200005566" version="3.0.1.2" store="en-US"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BB8CBC4E-74DE-AB41-BF73-6232C198CE17}">
  <we:reference id="cba9fc06-6fc9-492e-9525-923870a3b909" version="2.0.0.1" store="EXCatalog" storeType="EXCatalog"/>
  <we:alternateReferences>
    <we:reference id="WA200010215" version="2.0.0.1" store="en-US"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Axis</Template>
  <TotalTime>133</TotalTime>
  <Words>1592</Words>
  <Application>Microsoft Macintosh PowerPoint</Application>
  <PresentationFormat>Widescreen</PresentationFormat>
  <Paragraphs>158</Paragraphs>
  <Slides>14</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Arial</vt:lpstr>
      <vt:lpstr>Neue Haas Grotesk Text Pro</vt:lpstr>
      <vt:lpstr>Axis</vt:lpstr>
      <vt:lpstr>Power-Line and Tower Inspection Drone</vt:lpstr>
      <vt:lpstr>Problem Statement:</vt:lpstr>
      <vt:lpstr>Significance of our Project</vt:lpstr>
      <vt:lpstr>How we read each requirement</vt:lpstr>
      <vt:lpstr>Avionics selection and placement</vt:lpstr>
      <vt:lpstr>Hexacopter airframe built for gusts and live-line work</vt:lpstr>
      <vt:lpstr>PowerPoint Presentation</vt:lpstr>
      <vt:lpstr>Solving the EMI problem</vt:lpstr>
      <vt:lpstr>Fail-safe mechanism</vt:lpstr>
      <vt:lpstr>Detection of defects</vt:lpstr>
      <vt:lpstr>PowerPoint Presentation</vt:lpstr>
      <vt:lpstr>Path planning</vt:lpstr>
      <vt:lpstr>PowerPoint Presentation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Harshini Balakrishnan</dc:creator>
  <cp:lastModifiedBy>SC25B195-NANDANA DOSS V 2025-BTECH-ELCOMENG</cp:lastModifiedBy>
  <cp:revision>12</cp:revision>
  <dcterms:created xsi:type="dcterms:W3CDTF">2026-10-11T08:02:54Z</dcterms:created>
  <dcterms:modified xsi:type="dcterms:W3CDTF">2026-10-11T12:52:28Z</dcterms:modified>
</cp:coreProperties>
</file>